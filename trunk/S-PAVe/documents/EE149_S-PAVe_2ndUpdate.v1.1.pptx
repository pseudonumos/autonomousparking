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7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78" y="-11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6A7450-227B-41F1-B950-D4632A9A489A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F96C1E-3BAA-4D4C-8D82-6981323A05AF}">
      <dgm:prSet phldrT="[Text]" custT="1"/>
      <dgm:spPr/>
      <dgm:t>
        <a:bodyPr/>
        <a:lstStyle/>
        <a:p>
          <a:r>
            <a:rPr lang="en-US" sz="2600" dirty="0" smtClean="0"/>
            <a:t>Hardware</a:t>
          </a:r>
        </a:p>
        <a:p>
          <a:r>
            <a:rPr lang="en-US" sz="1800" dirty="0" smtClean="0"/>
            <a:t>(Sensors) </a:t>
          </a:r>
          <a:endParaRPr lang="en-US" sz="1800" dirty="0"/>
        </a:p>
      </dgm:t>
    </dgm:pt>
    <dgm:pt modelId="{953454DA-AAA2-4340-BC25-711B0B992400}" type="parTrans" cxnId="{A1E950F8-93D7-4E3B-8F84-1026368676E4}">
      <dgm:prSet/>
      <dgm:spPr/>
      <dgm:t>
        <a:bodyPr/>
        <a:lstStyle/>
        <a:p>
          <a:endParaRPr lang="en-US"/>
        </a:p>
      </dgm:t>
    </dgm:pt>
    <dgm:pt modelId="{113242BD-82AA-4F04-9C46-27C20F93056B}" type="sibTrans" cxnId="{A1E950F8-93D7-4E3B-8F84-1026368676E4}">
      <dgm:prSet/>
      <dgm:spPr/>
      <dgm:t>
        <a:bodyPr/>
        <a:lstStyle/>
        <a:p>
          <a:endParaRPr lang="en-US"/>
        </a:p>
      </dgm:t>
    </dgm:pt>
    <dgm:pt modelId="{032AACA4-88A2-492D-9FB6-51E9A430CC3B}">
      <dgm:prSet phldrT="[Text]"/>
      <dgm:spPr/>
      <dgm:t>
        <a:bodyPr/>
        <a:lstStyle/>
        <a:p>
          <a:r>
            <a:rPr lang="en-US" dirty="0" smtClean="0"/>
            <a:t>Ultrasonic (US) Sensor	</a:t>
          </a:r>
          <a:endParaRPr lang="en-US" dirty="0"/>
        </a:p>
      </dgm:t>
    </dgm:pt>
    <dgm:pt modelId="{531929DE-01D5-43D7-94CA-BDD6FA127872}" type="parTrans" cxnId="{E4EDCDC2-2A77-4347-A3BC-E2F2FDE82A32}">
      <dgm:prSet/>
      <dgm:spPr/>
      <dgm:t>
        <a:bodyPr/>
        <a:lstStyle/>
        <a:p>
          <a:endParaRPr lang="en-US"/>
        </a:p>
      </dgm:t>
    </dgm:pt>
    <dgm:pt modelId="{FBA9CE12-B52E-43C4-84E1-75591DE458FB}" type="sibTrans" cxnId="{E4EDCDC2-2A77-4347-A3BC-E2F2FDE82A32}">
      <dgm:prSet/>
      <dgm:spPr/>
      <dgm:t>
        <a:bodyPr/>
        <a:lstStyle/>
        <a:p>
          <a:endParaRPr lang="en-US"/>
        </a:p>
      </dgm:t>
    </dgm:pt>
    <dgm:pt modelId="{B2963DB1-D810-47F8-AA92-9545E8F4681A}">
      <dgm:prSet phldrT="[Text]"/>
      <dgm:spPr/>
      <dgm:t>
        <a:bodyPr/>
        <a:lstStyle/>
        <a:p>
          <a:r>
            <a:rPr lang="en-US" dirty="0" smtClean="0"/>
            <a:t>Gyroscopic Sensor</a:t>
          </a:r>
          <a:endParaRPr lang="en-US" dirty="0"/>
        </a:p>
      </dgm:t>
    </dgm:pt>
    <dgm:pt modelId="{7F79A10B-7375-48DA-B382-FA414BBEB21C}" type="parTrans" cxnId="{21C84494-F4A7-44F8-9C6E-04F4ECF78C79}">
      <dgm:prSet/>
      <dgm:spPr/>
      <dgm:t>
        <a:bodyPr/>
        <a:lstStyle/>
        <a:p>
          <a:endParaRPr lang="en-US"/>
        </a:p>
      </dgm:t>
    </dgm:pt>
    <dgm:pt modelId="{5030022A-4273-47DE-9255-F8778AFD7704}" type="sibTrans" cxnId="{21C84494-F4A7-44F8-9C6E-04F4ECF78C79}">
      <dgm:prSet/>
      <dgm:spPr/>
      <dgm:t>
        <a:bodyPr/>
        <a:lstStyle/>
        <a:p>
          <a:endParaRPr lang="en-US"/>
        </a:p>
      </dgm:t>
    </dgm:pt>
    <dgm:pt modelId="{523F35D0-04EC-4BF8-AC42-D851A6A28DBD}">
      <dgm:prSet phldrT="[Text]" custT="1"/>
      <dgm:spPr/>
      <dgm:t>
        <a:bodyPr/>
        <a:lstStyle/>
        <a:p>
          <a:r>
            <a:rPr lang="en-US" sz="2600" dirty="0" smtClean="0"/>
            <a:t>Mechanics</a:t>
          </a:r>
        </a:p>
        <a:p>
          <a:r>
            <a:rPr lang="en-US" sz="1600" dirty="0" smtClean="0"/>
            <a:t>(Chassis)</a:t>
          </a:r>
          <a:endParaRPr lang="en-US" sz="1600" dirty="0"/>
        </a:p>
      </dgm:t>
    </dgm:pt>
    <dgm:pt modelId="{1D4FF3DC-3301-4C3F-8C97-CA79EA37FD59}" type="parTrans" cxnId="{881D1781-2D52-4A5C-BBC5-29D3A9A71CAF}">
      <dgm:prSet/>
      <dgm:spPr/>
      <dgm:t>
        <a:bodyPr/>
        <a:lstStyle/>
        <a:p>
          <a:endParaRPr lang="en-US"/>
        </a:p>
      </dgm:t>
    </dgm:pt>
    <dgm:pt modelId="{95272CD5-4058-4799-A87E-2C63E2D4BA0E}" type="sibTrans" cxnId="{881D1781-2D52-4A5C-BBC5-29D3A9A71CAF}">
      <dgm:prSet/>
      <dgm:spPr/>
      <dgm:t>
        <a:bodyPr/>
        <a:lstStyle/>
        <a:p>
          <a:endParaRPr lang="en-US"/>
        </a:p>
      </dgm:t>
    </dgm:pt>
    <dgm:pt modelId="{81053B50-0817-48D8-A66D-53AD4961FC35}">
      <dgm:prSet phldrT="[Text]"/>
      <dgm:spPr/>
      <dgm:t>
        <a:bodyPr/>
        <a:lstStyle/>
        <a:p>
          <a:r>
            <a:rPr lang="en-US" dirty="0" smtClean="0"/>
            <a:t>Realistic/scale dimensions</a:t>
          </a:r>
          <a:endParaRPr lang="en-US" dirty="0"/>
        </a:p>
      </dgm:t>
    </dgm:pt>
    <dgm:pt modelId="{5F933850-6E89-4C5D-A1F7-4F995F4F8AD8}" type="parTrans" cxnId="{9DFE0A9A-DCD0-4660-93CE-FE821D737232}">
      <dgm:prSet/>
      <dgm:spPr/>
      <dgm:t>
        <a:bodyPr/>
        <a:lstStyle/>
        <a:p>
          <a:endParaRPr lang="en-US"/>
        </a:p>
      </dgm:t>
    </dgm:pt>
    <dgm:pt modelId="{40A8EB79-1452-4A94-82E4-D129FBA81DCD}" type="sibTrans" cxnId="{9DFE0A9A-DCD0-4660-93CE-FE821D737232}">
      <dgm:prSet/>
      <dgm:spPr/>
      <dgm:t>
        <a:bodyPr/>
        <a:lstStyle/>
        <a:p>
          <a:endParaRPr lang="en-US"/>
        </a:p>
      </dgm:t>
    </dgm:pt>
    <dgm:pt modelId="{8FA8FE5D-A6B4-4099-ACF4-B80C395EAC1A}">
      <dgm:prSet phldrT="[Text]"/>
      <dgm:spPr/>
      <dgm:t>
        <a:bodyPr/>
        <a:lstStyle/>
        <a:p>
          <a:r>
            <a:rPr lang="en-US" dirty="0" smtClean="0"/>
            <a:t>Axle </a:t>
          </a:r>
          <a:r>
            <a:rPr lang="en-US" dirty="0" smtClean="0"/>
            <a:t>rotation</a:t>
          </a:r>
        </a:p>
      </dgm:t>
    </dgm:pt>
    <dgm:pt modelId="{B688CAFC-C86D-40EE-957E-2F97F051BF43}" type="parTrans" cxnId="{5F586CB5-56CD-4CFA-A840-26CE3D5F833F}">
      <dgm:prSet/>
      <dgm:spPr/>
      <dgm:t>
        <a:bodyPr/>
        <a:lstStyle/>
        <a:p>
          <a:endParaRPr lang="en-US"/>
        </a:p>
      </dgm:t>
    </dgm:pt>
    <dgm:pt modelId="{5DD0E434-12AF-4796-B7F4-D0EF46EBFE31}" type="sibTrans" cxnId="{5F586CB5-56CD-4CFA-A840-26CE3D5F833F}">
      <dgm:prSet/>
      <dgm:spPr/>
      <dgm:t>
        <a:bodyPr/>
        <a:lstStyle/>
        <a:p>
          <a:endParaRPr lang="en-US"/>
        </a:p>
      </dgm:t>
    </dgm:pt>
    <dgm:pt modelId="{C5F7BB28-733F-4F6D-814E-DD7C6018C376}">
      <dgm:prSet phldrT="[Text]"/>
      <dgm:spPr/>
      <dgm:t>
        <a:bodyPr/>
        <a:lstStyle/>
        <a:p>
          <a:r>
            <a:rPr lang="en-US" dirty="0" smtClean="0"/>
            <a:t>Weight distribution</a:t>
          </a:r>
          <a:endParaRPr lang="en-US" dirty="0"/>
        </a:p>
      </dgm:t>
    </dgm:pt>
    <dgm:pt modelId="{50D60985-F827-45AD-B02E-7E092A070F6A}" type="parTrans" cxnId="{059B402A-49DD-4317-86B3-43EE4E936CF4}">
      <dgm:prSet/>
      <dgm:spPr/>
      <dgm:t>
        <a:bodyPr/>
        <a:lstStyle/>
        <a:p>
          <a:endParaRPr lang="en-US"/>
        </a:p>
      </dgm:t>
    </dgm:pt>
    <dgm:pt modelId="{C2ABFD72-6075-4348-9E6E-DB1CE7283DA7}" type="sibTrans" cxnId="{059B402A-49DD-4317-86B3-43EE4E936CF4}">
      <dgm:prSet/>
      <dgm:spPr/>
      <dgm:t>
        <a:bodyPr/>
        <a:lstStyle/>
        <a:p>
          <a:endParaRPr lang="en-US"/>
        </a:p>
      </dgm:t>
    </dgm:pt>
    <dgm:pt modelId="{DDBF37E1-7933-4415-92D1-9E173FE12F87}">
      <dgm:prSet phldrT="[Text]"/>
      <dgm:spPr/>
      <dgm:t>
        <a:bodyPr/>
        <a:lstStyle/>
        <a:p>
          <a:r>
            <a:rPr lang="en-US" dirty="0" smtClean="0"/>
            <a:t>Strength/durability</a:t>
          </a:r>
          <a:endParaRPr lang="en-US" dirty="0"/>
        </a:p>
      </dgm:t>
    </dgm:pt>
    <dgm:pt modelId="{60F2E6E8-7F87-473E-A79D-9B11AC341639}" type="parTrans" cxnId="{1F6654E2-2DF8-4DD4-9FE8-498B4A0385E8}">
      <dgm:prSet/>
      <dgm:spPr/>
      <dgm:t>
        <a:bodyPr/>
        <a:lstStyle/>
        <a:p>
          <a:endParaRPr lang="en-US"/>
        </a:p>
      </dgm:t>
    </dgm:pt>
    <dgm:pt modelId="{C9EE67AC-AEDE-4261-84A3-BED0B69F0516}" type="sibTrans" cxnId="{1F6654E2-2DF8-4DD4-9FE8-498B4A0385E8}">
      <dgm:prSet/>
      <dgm:spPr/>
      <dgm:t>
        <a:bodyPr/>
        <a:lstStyle/>
        <a:p>
          <a:endParaRPr lang="en-US"/>
        </a:p>
      </dgm:t>
    </dgm:pt>
    <dgm:pt modelId="{5BB29FCD-C4D8-40AD-9DEC-69122DD18DC3}">
      <dgm:prSet/>
      <dgm:spPr/>
      <dgm:t>
        <a:bodyPr/>
        <a:lstStyle/>
        <a:p>
          <a:r>
            <a:rPr lang="en-US" dirty="0" smtClean="0"/>
            <a:t>Range: 3-50cm</a:t>
          </a:r>
          <a:endParaRPr lang="en-US" dirty="0"/>
        </a:p>
      </dgm:t>
    </dgm:pt>
    <dgm:pt modelId="{E803770E-2E3C-44C8-96A3-EA21DD68AB77}" type="parTrans" cxnId="{8873588A-92BA-44A7-BD2C-8D494B1F4F36}">
      <dgm:prSet/>
      <dgm:spPr/>
      <dgm:t>
        <a:bodyPr/>
        <a:lstStyle/>
        <a:p>
          <a:endParaRPr lang="en-US"/>
        </a:p>
      </dgm:t>
    </dgm:pt>
    <dgm:pt modelId="{3446B103-BE0C-4B40-BAEB-360DF76412B7}" type="sibTrans" cxnId="{8873588A-92BA-44A7-BD2C-8D494B1F4F36}">
      <dgm:prSet/>
      <dgm:spPr/>
      <dgm:t>
        <a:bodyPr/>
        <a:lstStyle/>
        <a:p>
          <a:endParaRPr lang="en-US"/>
        </a:p>
      </dgm:t>
    </dgm:pt>
    <dgm:pt modelId="{F3848F4C-E2A4-4621-BBFA-614C197A01C0}">
      <dgm:prSet/>
      <dgm:spPr/>
      <dgm:t>
        <a:bodyPr/>
        <a:lstStyle/>
        <a:p>
          <a:r>
            <a:rPr lang="en-US" dirty="0" smtClean="0"/>
            <a:t>Precision: +/- 3cm</a:t>
          </a:r>
          <a:endParaRPr lang="en-US" dirty="0"/>
        </a:p>
      </dgm:t>
    </dgm:pt>
    <dgm:pt modelId="{0DD76250-7736-4464-836F-6E699078B382}" type="parTrans" cxnId="{836AB52C-37E5-44CF-89CD-3E71E109629A}">
      <dgm:prSet/>
      <dgm:spPr/>
      <dgm:t>
        <a:bodyPr/>
        <a:lstStyle/>
        <a:p>
          <a:endParaRPr lang="en-US"/>
        </a:p>
      </dgm:t>
    </dgm:pt>
    <dgm:pt modelId="{DFBC96FD-26AE-485F-8DF4-480665605FCA}" type="sibTrans" cxnId="{836AB52C-37E5-44CF-89CD-3E71E109629A}">
      <dgm:prSet/>
      <dgm:spPr/>
      <dgm:t>
        <a:bodyPr/>
        <a:lstStyle/>
        <a:p>
          <a:endParaRPr lang="en-US"/>
        </a:p>
      </dgm:t>
    </dgm:pt>
    <dgm:pt modelId="{D0F5FFE5-78FE-4B63-B35B-1707FA43B217}">
      <dgm:prSet/>
      <dgm:spPr/>
      <dgm:t>
        <a:bodyPr/>
        <a:lstStyle/>
        <a:p>
          <a:r>
            <a:rPr lang="en-US" dirty="0" smtClean="0"/>
            <a:t>Speed: 12Hz</a:t>
          </a:r>
          <a:endParaRPr lang="en-US" dirty="0"/>
        </a:p>
      </dgm:t>
    </dgm:pt>
    <dgm:pt modelId="{39B37287-1AD7-477D-B2FE-5685753EFABA}" type="parTrans" cxnId="{AA1AA275-321E-4DCC-B31C-AECADF21BB6D}">
      <dgm:prSet/>
      <dgm:spPr/>
      <dgm:t>
        <a:bodyPr/>
        <a:lstStyle/>
        <a:p>
          <a:endParaRPr lang="en-US"/>
        </a:p>
      </dgm:t>
    </dgm:pt>
    <dgm:pt modelId="{09CC6888-2D35-4CE8-B10B-169BE9CBC02B}" type="sibTrans" cxnId="{AA1AA275-321E-4DCC-B31C-AECADF21BB6D}">
      <dgm:prSet/>
      <dgm:spPr/>
      <dgm:t>
        <a:bodyPr/>
        <a:lstStyle/>
        <a:p>
          <a:endParaRPr lang="en-US"/>
        </a:p>
      </dgm:t>
    </dgm:pt>
    <dgm:pt modelId="{5ED9DB5D-DD9D-4FD2-8BEB-A37CEDC8FED7}">
      <dgm:prSet phldrT="[Text]"/>
      <dgm:spPr/>
      <dgm:t>
        <a:bodyPr/>
        <a:lstStyle/>
        <a:p>
          <a:r>
            <a:rPr lang="en-US" dirty="0" smtClean="0"/>
            <a:t>Risks &amp; Mitigation:</a:t>
          </a:r>
          <a:endParaRPr lang="en-US" dirty="0"/>
        </a:p>
      </dgm:t>
    </dgm:pt>
    <dgm:pt modelId="{E8CF2A0E-8074-46AE-89DD-9F01F718FD72}" type="parTrans" cxnId="{1D25BE80-9908-4DD6-82EB-24FC7F258507}">
      <dgm:prSet/>
      <dgm:spPr/>
      <dgm:t>
        <a:bodyPr/>
        <a:lstStyle/>
        <a:p>
          <a:endParaRPr lang="en-US"/>
        </a:p>
      </dgm:t>
    </dgm:pt>
    <dgm:pt modelId="{33021EB2-A178-4E2A-98D4-41B14D172FCA}" type="sibTrans" cxnId="{1D25BE80-9908-4DD6-82EB-24FC7F258507}">
      <dgm:prSet/>
      <dgm:spPr/>
      <dgm:t>
        <a:bodyPr/>
        <a:lstStyle/>
        <a:p>
          <a:endParaRPr lang="en-US"/>
        </a:p>
      </dgm:t>
    </dgm:pt>
    <dgm:pt modelId="{4511ACEC-E242-4646-814B-E051924BF66C}">
      <dgm:prSet phldrT="[Text]"/>
      <dgm:spPr/>
      <dgm:t>
        <a:bodyPr/>
        <a:lstStyle/>
        <a:p>
          <a:r>
            <a:rPr lang="en-US" dirty="0" smtClean="0"/>
            <a:t>Further testing required</a:t>
          </a:r>
          <a:endParaRPr lang="en-US" dirty="0"/>
        </a:p>
      </dgm:t>
    </dgm:pt>
    <dgm:pt modelId="{10D8BDDF-63B1-4669-9B95-08C77D99277A}" type="parTrans" cxnId="{A4707596-6500-4C4F-8B98-B2AA30622A99}">
      <dgm:prSet/>
      <dgm:spPr/>
      <dgm:t>
        <a:bodyPr/>
        <a:lstStyle/>
        <a:p>
          <a:endParaRPr lang="en-US"/>
        </a:p>
      </dgm:t>
    </dgm:pt>
    <dgm:pt modelId="{4DA6F76D-27F7-435B-A24B-9D9F569C7EB6}" type="sibTrans" cxnId="{A4707596-6500-4C4F-8B98-B2AA30622A99}">
      <dgm:prSet/>
      <dgm:spPr/>
      <dgm:t>
        <a:bodyPr/>
        <a:lstStyle/>
        <a:p>
          <a:endParaRPr lang="en-US"/>
        </a:p>
      </dgm:t>
    </dgm:pt>
    <dgm:pt modelId="{05764B63-298E-4FA1-9048-731BC4546669}">
      <dgm:prSet/>
      <dgm:spPr/>
      <dgm:t>
        <a:bodyPr/>
        <a:lstStyle/>
        <a:p>
          <a:r>
            <a:rPr lang="en-US" dirty="0" smtClean="0"/>
            <a:t>US sensor range (i.e. 3cm lower bound): place in center of car and/or use 3cm as safety zone</a:t>
          </a:r>
          <a:endParaRPr lang="en-US" dirty="0"/>
        </a:p>
      </dgm:t>
    </dgm:pt>
    <dgm:pt modelId="{A44D3276-2F23-412F-972F-92568A0C4055}" type="parTrans" cxnId="{B4F64AD9-7314-463F-A0FD-8E9D8DBC282F}">
      <dgm:prSet/>
      <dgm:spPr/>
      <dgm:t>
        <a:bodyPr/>
        <a:lstStyle/>
        <a:p>
          <a:endParaRPr lang="en-US"/>
        </a:p>
      </dgm:t>
    </dgm:pt>
    <dgm:pt modelId="{4CAAABBD-608A-41C4-A781-080728883D80}" type="sibTrans" cxnId="{B4F64AD9-7314-463F-A0FD-8E9D8DBC282F}">
      <dgm:prSet/>
      <dgm:spPr/>
      <dgm:t>
        <a:bodyPr/>
        <a:lstStyle/>
        <a:p>
          <a:endParaRPr lang="en-US"/>
        </a:p>
      </dgm:t>
    </dgm:pt>
    <dgm:pt modelId="{CC93BE47-58C8-4577-B9E9-861B28DC97DF}">
      <dgm:prSet/>
      <dgm:spPr/>
      <dgm:t>
        <a:bodyPr/>
        <a:lstStyle/>
        <a:p>
          <a:endParaRPr lang="en-US" dirty="0"/>
        </a:p>
      </dgm:t>
    </dgm:pt>
    <dgm:pt modelId="{C9D66343-B5BC-4243-BA7A-64427490035D}" type="parTrans" cxnId="{9BE0C9E3-7F46-4A14-946D-B67406855CEB}">
      <dgm:prSet/>
      <dgm:spPr/>
      <dgm:t>
        <a:bodyPr/>
        <a:lstStyle/>
        <a:p>
          <a:endParaRPr lang="en-US"/>
        </a:p>
      </dgm:t>
    </dgm:pt>
    <dgm:pt modelId="{1490D590-9CDE-43B6-B845-7CCE2047882E}" type="sibTrans" cxnId="{9BE0C9E3-7F46-4A14-946D-B67406855CEB}">
      <dgm:prSet/>
      <dgm:spPr/>
      <dgm:t>
        <a:bodyPr/>
        <a:lstStyle/>
        <a:p>
          <a:endParaRPr lang="en-US"/>
        </a:p>
      </dgm:t>
    </dgm:pt>
    <dgm:pt modelId="{E6835585-9B3F-4F2A-810B-46D55BB05186}">
      <dgm:prSet/>
      <dgm:spPr/>
      <dgm:t>
        <a:bodyPr/>
        <a:lstStyle/>
        <a:p>
          <a:r>
            <a:rPr lang="en-US" dirty="0" smtClean="0"/>
            <a:t>US sensor precision: average multiple readings</a:t>
          </a:r>
          <a:endParaRPr lang="en-US" dirty="0"/>
        </a:p>
      </dgm:t>
    </dgm:pt>
    <dgm:pt modelId="{90098A01-CC19-4383-8DCC-FD3B089ED405}" type="parTrans" cxnId="{77A4D66F-E01B-43F9-9A93-B5D8023FA798}">
      <dgm:prSet/>
      <dgm:spPr/>
      <dgm:t>
        <a:bodyPr/>
        <a:lstStyle/>
        <a:p>
          <a:endParaRPr lang="en-US"/>
        </a:p>
      </dgm:t>
    </dgm:pt>
    <dgm:pt modelId="{6506E600-D55F-4EF2-80AF-B420F6B6F041}" type="sibTrans" cxnId="{77A4D66F-E01B-43F9-9A93-B5D8023FA798}">
      <dgm:prSet/>
      <dgm:spPr/>
      <dgm:t>
        <a:bodyPr/>
        <a:lstStyle/>
        <a:p>
          <a:endParaRPr lang="en-US"/>
        </a:p>
      </dgm:t>
    </dgm:pt>
    <dgm:pt modelId="{92657B83-57CF-42B2-AEED-BF6F879351F8}" type="pres">
      <dgm:prSet presAssocID="{3A6A7450-227B-41F1-B950-D4632A9A489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BCD5E3D-1DA0-429A-B9FF-5381F6DC9C58}" type="pres">
      <dgm:prSet presAssocID="{C9F96C1E-3BAA-4D4C-8D82-6981323A05AF}" presName="root" presStyleCnt="0"/>
      <dgm:spPr/>
    </dgm:pt>
    <dgm:pt modelId="{1C5D23D0-2A67-467C-863D-B3CE560EFEDB}" type="pres">
      <dgm:prSet presAssocID="{C9F96C1E-3BAA-4D4C-8D82-6981323A05AF}" presName="rootComposite" presStyleCnt="0"/>
      <dgm:spPr/>
    </dgm:pt>
    <dgm:pt modelId="{62FFC832-D47F-4379-B979-E9858A2490E9}" type="pres">
      <dgm:prSet presAssocID="{C9F96C1E-3BAA-4D4C-8D82-6981323A05AF}" presName="rootText" presStyleLbl="node1" presStyleIdx="0" presStyleCnt="2"/>
      <dgm:spPr/>
      <dgm:t>
        <a:bodyPr/>
        <a:lstStyle/>
        <a:p>
          <a:endParaRPr lang="en-US"/>
        </a:p>
      </dgm:t>
    </dgm:pt>
    <dgm:pt modelId="{C067856F-6383-4186-A5B7-6BE26D848B55}" type="pres">
      <dgm:prSet presAssocID="{C9F96C1E-3BAA-4D4C-8D82-6981323A05AF}" presName="rootConnector" presStyleLbl="node1" presStyleIdx="0" presStyleCnt="2"/>
      <dgm:spPr/>
      <dgm:t>
        <a:bodyPr/>
        <a:lstStyle/>
        <a:p>
          <a:endParaRPr lang="en-US"/>
        </a:p>
      </dgm:t>
    </dgm:pt>
    <dgm:pt modelId="{7F0A53F0-A9CB-49E6-B3C6-21E034BBA19D}" type="pres">
      <dgm:prSet presAssocID="{C9F96C1E-3BAA-4D4C-8D82-6981323A05AF}" presName="childShape" presStyleCnt="0"/>
      <dgm:spPr/>
    </dgm:pt>
    <dgm:pt modelId="{9197E21D-D571-4B20-B619-784F31E28B59}" type="pres">
      <dgm:prSet presAssocID="{531929DE-01D5-43D7-94CA-BDD6FA127872}" presName="Name13" presStyleLbl="parChTrans1D2" presStyleIdx="0" presStyleCnt="7"/>
      <dgm:spPr/>
      <dgm:t>
        <a:bodyPr/>
        <a:lstStyle/>
        <a:p>
          <a:endParaRPr lang="en-US"/>
        </a:p>
      </dgm:t>
    </dgm:pt>
    <dgm:pt modelId="{33607964-D705-4736-944B-9C58548D8A0A}" type="pres">
      <dgm:prSet presAssocID="{032AACA4-88A2-492D-9FB6-51E9A430CC3B}" presName="childText" presStyleLbl="bgAcc1" presStyleIdx="0" presStyleCnt="7" custScaleY="1298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2E2192-AB13-45D8-BD2B-7F5FE2B0B8F1}" type="pres">
      <dgm:prSet presAssocID="{7F79A10B-7375-48DA-B382-FA414BBEB21C}" presName="Name13" presStyleLbl="parChTrans1D2" presStyleIdx="1" presStyleCnt="7"/>
      <dgm:spPr/>
      <dgm:t>
        <a:bodyPr/>
        <a:lstStyle/>
        <a:p>
          <a:endParaRPr lang="en-US"/>
        </a:p>
      </dgm:t>
    </dgm:pt>
    <dgm:pt modelId="{C874B268-7715-4591-83D2-28078B5038F9}" type="pres">
      <dgm:prSet presAssocID="{B2963DB1-D810-47F8-AA92-9545E8F4681A}" presName="childText" presStyleLbl="bgAcc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6E3190-24B9-451B-B84B-4145EEE040B7}" type="pres">
      <dgm:prSet presAssocID="{E8CF2A0E-8074-46AE-89DD-9F01F718FD72}" presName="Name13" presStyleLbl="parChTrans1D2" presStyleIdx="2" presStyleCnt="7"/>
      <dgm:spPr/>
      <dgm:t>
        <a:bodyPr/>
        <a:lstStyle/>
        <a:p>
          <a:endParaRPr lang="en-US"/>
        </a:p>
      </dgm:t>
    </dgm:pt>
    <dgm:pt modelId="{90C0E5AC-4D9F-4E4C-A1CC-886C51F5F8C3}" type="pres">
      <dgm:prSet presAssocID="{5ED9DB5D-DD9D-4FD2-8BEB-A37CEDC8FED7}" presName="childText" presStyleLbl="bgAcc1" presStyleIdx="2" presStyleCnt="7" custScaleY="1834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AF9C48-9755-454E-AC52-1C72335681B1}" type="pres">
      <dgm:prSet presAssocID="{523F35D0-04EC-4BF8-AC42-D851A6A28DBD}" presName="root" presStyleCnt="0"/>
      <dgm:spPr/>
    </dgm:pt>
    <dgm:pt modelId="{F5076D55-1BC1-4165-A036-6AB610472B76}" type="pres">
      <dgm:prSet presAssocID="{523F35D0-04EC-4BF8-AC42-D851A6A28DBD}" presName="rootComposite" presStyleCnt="0"/>
      <dgm:spPr/>
    </dgm:pt>
    <dgm:pt modelId="{039AA8D7-D322-48D9-AFD9-EC38C93C35B2}" type="pres">
      <dgm:prSet presAssocID="{523F35D0-04EC-4BF8-AC42-D851A6A28DBD}" presName="rootText" presStyleLbl="node1" presStyleIdx="1" presStyleCnt="2"/>
      <dgm:spPr/>
      <dgm:t>
        <a:bodyPr/>
        <a:lstStyle/>
        <a:p>
          <a:endParaRPr lang="en-US"/>
        </a:p>
      </dgm:t>
    </dgm:pt>
    <dgm:pt modelId="{B5666AA9-5FCB-46FE-84BE-FB76BAD1E35B}" type="pres">
      <dgm:prSet presAssocID="{523F35D0-04EC-4BF8-AC42-D851A6A28DBD}" presName="rootConnector" presStyleLbl="node1" presStyleIdx="1" presStyleCnt="2"/>
      <dgm:spPr/>
      <dgm:t>
        <a:bodyPr/>
        <a:lstStyle/>
        <a:p>
          <a:endParaRPr lang="en-US"/>
        </a:p>
      </dgm:t>
    </dgm:pt>
    <dgm:pt modelId="{A04D37D2-6613-44D2-A261-E87664ADD221}" type="pres">
      <dgm:prSet presAssocID="{523F35D0-04EC-4BF8-AC42-D851A6A28DBD}" presName="childShape" presStyleCnt="0"/>
      <dgm:spPr/>
    </dgm:pt>
    <dgm:pt modelId="{B6D83C25-BE01-4FBF-BED3-E279E7832095}" type="pres">
      <dgm:prSet presAssocID="{5F933850-6E89-4C5D-A1F7-4F995F4F8AD8}" presName="Name13" presStyleLbl="parChTrans1D2" presStyleIdx="3" presStyleCnt="7"/>
      <dgm:spPr/>
      <dgm:t>
        <a:bodyPr/>
        <a:lstStyle/>
        <a:p>
          <a:endParaRPr lang="en-US"/>
        </a:p>
      </dgm:t>
    </dgm:pt>
    <dgm:pt modelId="{DF914CE4-1CEA-4C41-85E5-231881E823D7}" type="pres">
      <dgm:prSet presAssocID="{81053B50-0817-48D8-A66D-53AD4961FC35}" presName="childText" presStyleLbl="bgAcc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AF1DF1-1D36-4CB5-B8B2-8A2C8606513C}" type="pres">
      <dgm:prSet presAssocID="{50D60985-F827-45AD-B02E-7E092A070F6A}" presName="Name13" presStyleLbl="parChTrans1D2" presStyleIdx="4" presStyleCnt="7"/>
      <dgm:spPr/>
      <dgm:t>
        <a:bodyPr/>
        <a:lstStyle/>
        <a:p>
          <a:endParaRPr lang="en-US"/>
        </a:p>
      </dgm:t>
    </dgm:pt>
    <dgm:pt modelId="{7B2DE380-FE29-4158-AF54-52F064318F11}" type="pres">
      <dgm:prSet presAssocID="{C5F7BB28-733F-4F6D-814E-DD7C6018C376}" presName="childText" presStyleLbl="bgAcc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628CCF-859D-489B-BE59-FCA5AFD22B94}" type="pres">
      <dgm:prSet presAssocID="{60F2E6E8-7F87-473E-A79D-9B11AC341639}" presName="Name13" presStyleLbl="parChTrans1D2" presStyleIdx="5" presStyleCnt="7"/>
      <dgm:spPr/>
      <dgm:t>
        <a:bodyPr/>
        <a:lstStyle/>
        <a:p>
          <a:endParaRPr lang="en-US"/>
        </a:p>
      </dgm:t>
    </dgm:pt>
    <dgm:pt modelId="{50553207-6215-48DA-AE09-92EF7D5B507E}" type="pres">
      <dgm:prSet presAssocID="{DDBF37E1-7933-4415-92D1-9E173FE12F87}" presName="childText" presStyleLbl="bgAcc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579D12-ADDF-444C-8F82-9F6C03241455}" type="pres">
      <dgm:prSet presAssocID="{B688CAFC-C86D-40EE-957E-2F97F051BF43}" presName="Name13" presStyleLbl="parChTrans1D2" presStyleIdx="6" presStyleCnt="7"/>
      <dgm:spPr/>
      <dgm:t>
        <a:bodyPr/>
        <a:lstStyle/>
        <a:p>
          <a:endParaRPr lang="en-US"/>
        </a:p>
      </dgm:t>
    </dgm:pt>
    <dgm:pt modelId="{A87F2DCA-E4D8-4A55-A97A-EC4FB749312C}" type="pres">
      <dgm:prSet presAssocID="{8FA8FE5D-A6B4-4099-ACF4-B80C395EAC1A}" presName="childText" presStyleLbl="bgAcc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D8ACE0D-DFE7-46C5-B5EB-1330F904DBB2}" type="presOf" srcId="{F3848F4C-E2A4-4621-BBFA-614C197A01C0}" destId="{33607964-D705-4736-944B-9C58548D8A0A}" srcOrd="0" destOrd="2" presId="urn:microsoft.com/office/officeart/2005/8/layout/hierarchy3"/>
    <dgm:cxn modelId="{513631E2-642E-4FC4-A33C-F003F7BD057C}" type="presOf" srcId="{CC93BE47-58C8-4577-B9E9-861B28DC97DF}" destId="{90C0E5AC-4D9F-4E4C-A1CC-886C51F5F8C3}" srcOrd="0" destOrd="3" presId="urn:microsoft.com/office/officeart/2005/8/layout/hierarchy3"/>
    <dgm:cxn modelId="{AA1AA275-321E-4DCC-B31C-AECADF21BB6D}" srcId="{032AACA4-88A2-492D-9FB6-51E9A430CC3B}" destId="{D0F5FFE5-78FE-4B63-B35B-1707FA43B217}" srcOrd="2" destOrd="0" parTransId="{39B37287-1AD7-477D-B2FE-5685753EFABA}" sibTransId="{09CC6888-2D35-4CE8-B10B-169BE9CBC02B}"/>
    <dgm:cxn modelId="{EB6B3BD4-AFC7-42CF-80FB-32A67B493CF2}" type="presOf" srcId="{5BB29FCD-C4D8-40AD-9DEC-69122DD18DC3}" destId="{33607964-D705-4736-944B-9C58548D8A0A}" srcOrd="0" destOrd="1" presId="urn:microsoft.com/office/officeart/2005/8/layout/hierarchy3"/>
    <dgm:cxn modelId="{77A4D66F-E01B-43F9-9A93-B5D8023FA798}" srcId="{5ED9DB5D-DD9D-4FD2-8BEB-A37CEDC8FED7}" destId="{E6835585-9B3F-4F2A-810B-46D55BB05186}" srcOrd="1" destOrd="0" parTransId="{90098A01-CC19-4383-8DCC-FD3B089ED405}" sibTransId="{6506E600-D55F-4EF2-80AF-B420F6B6F041}"/>
    <dgm:cxn modelId="{9DFE0A9A-DCD0-4660-93CE-FE821D737232}" srcId="{523F35D0-04EC-4BF8-AC42-D851A6A28DBD}" destId="{81053B50-0817-48D8-A66D-53AD4961FC35}" srcOrd="0" destOrd="0" parTransId="{5F933850-6E89-4C5D-A1F7-4F995F4F8AD8}" sibTransId="{40A8EB79-1452-4A94-82E4-D129FBA81DCD}"/>
    <dgm:cxn modelId="{05448DC5-AADB-4E6A-A46F-241AD9678B4F}" type="presOf" srcId="{50D60985-F827-45AD-B02E-7E092A070F6A}" destId="{A2AF1DF1-1D36-4CB5-B8B2-8A2C8606513C}" srcOrd="0" destOrd="0" presId="urn:microsoft.com/office/officeart/2005/8/layout/hierarchy3"/>
    <dgm:cxn modelId="{1D25BE80-9908-4DD6-82EB-24FC7F258507}" srcId="{C9F96C1E-3BAA-4D4C-8D82-6981323A05AF}" destId="{5ED9DB5D-DD9D-4FD2-8BEB-A37CEDC8FED7}" srcOrd="2" destOrd="0" parTransId="{E8CF2A0E-8074-46AE-89DD-9F01F718FD72}" sibTransId="{33021EB2-A178-4E2A-98D4-41B14D172FCA}"/>
    <dgm:cxn modelId="{836AB52C-37E5-44CF-89CD-3E71E109629A}" srcId="{032AACA4-88A2-492D-9FB6-51E9A430CC3B}" destId="{F3848F4C-E2A4-4621-BBFA-614C197A01C0}" srcOrd="1" destOrd="0" parTransId="{0DD76250-7736-4464-836F-6E699078B382}" sibTransId="{DFBC96FD-26AE-485F-8DF4-480665605FCA}"/>
    <dgm:cxn modelId="{DEC2DC5E-D2CA-4C4F-A57A-972AAFF9A0C6}" type="presOf" srcId="{E6835585-9B3F-4F2A-810B-46D55BB05186}" destId="{90C0E5AC-4D9F-4E4C-A1CC-886C51F5F8C3}" srcOrd="0" destOrd="2" presId="urn:microsoft.com/office/officeart/2005/8/layout/hierarchy3"/>
    <dgm:cxn modelId="{21C84494-F4A7-44F8-9C6E-04F4ECF78C79}" srcId="{C9F96C1E-3BAA-4D4C-8D82-6981323A05AF}" destId="{B2963DB1-D810-47F8-AA92-9545E8F4681A}" srcOrd="1" destOrd="0" parTransId="{7F79A10B-7375-48DA-B382-FA414BBEB21C}" sibTransId="{5030022A-4273-47DE-9255-F8778AFD7704}"/>
    <dgm:cxn modelId="{8873588A-92BA-44A7-BD2C-8D494B1F4F36}" srcId="{032AACA4-88A2-492D-9FB6-51E9A430CC3B}" destId="{5BB29FCD-C4D8-40AD-9DEC-69122DD18DC3}" srcOrd="0" destOrd="0" parTransId="{E803770E-2E3C-44C8-96A3-EA21DD68AB77}" sibTransId="{3446B103-BE0C-4B40-BAEB-360DF76412B7}"/>
    <dgm:cxn modelId="{059B402A-49DD-4317-86B3-43EE4E936CF4}" srcId="{523F35D0-04EC-4BF8-AC42-D851A6A28DBD}" destId="{C5F7BB28-733F-4F6D-814E-DD7C6018C376}" srcOrd="1" destOrd="0" parTransId="{50D60985-F827-45AD-B02E-7E092A070F6A}" sibTransId="{C2ABFD72-6075-4348-9E6E-DB1CE7283DA7}"/>
    <dgm:cxn modelId="{9BE0C9E3-7F46-4A14-946D-B67406855CEB}" srcId="{5ED9DB5D-DD9D-4FD2-8BEB-A37CEDC8FED7}" destId="{CC93BE47-58C8-4577-B9E9-861B28DC97DF}" srcOrd="2" destOrd="0" parTransId="{C9D66343-B5BC-4243-BA7A-64427490035D}" sibTransId="{1490D590-9CDE-43B6-B845-7CCE2047882E}"/>
    <dgm:cxn modelId="{E4EDCDC2-2A77-4347-A3BC-E2F2FDE82A32}" srcId="{C9F96C1E-3BAA-4D4C-8D82-6981323A05AF}" destId="{032AACA4-88A2-492D-9FB6-51E9A430CC3B}" srcOrd="0" destOrd="0" parTransId="{531929DE-01D5-43D7-94CA-BDD6FA127872}" sibTransId="{FBA9CE12-B52E-43C4-84E1-75591DE458FB}"/>
    <dgm:cxn modelId="{528064EA-3B75-41AC-AD0F-0EE1715D5334}" type="presOf" srcId="{5F933850-6E89-4C5D-A1F7-4F995F4F8AD8}" destId="{B6D83C25-BE01-4FBF-BED3-E279E7832095}" srcOrd="0" destOrd="0" presId="urn:microsoft.com/office/officeart/2005/8/layout/hierarchy3"/>
    <dgm:cxn modelId="{49FE0B9E-E896-47CB-A38C-7F3108197A31}" type="presOf" srcId="{523F35D0-04EC-4BF8-AC42-D851A6A28DBD}" destId="{039AA8D7-D322-48D9-AFD9-EC38C93C35B2}" srcOrd="0" destOrd="0" presId="urn:microsoft.com/office/officeart/2005/8/layout/hierarchy3"/>
    <dgm:cxn modelId="{2B7E2205-6C18-4386-BF25-ACB669964958}" type="presOf" srcId="{D0F5FFE5-78FE-4B63-B35B-1707FA43B217}" destId="{33607964-D705-4736-944B-9C58548D8A0A}" srcOrd="0" destOrd="3" presId="urn:microsoft.com/office/officeart/2005/8/layout/hierarchy3"/>
    <dgm:cxn modelId="{1E2FBE19-4AEC-4315-90A5-038CB8E00252}" type="presOf" srcId="{60F2E6E8-7F87-473E-A79D-9B11AC341639}" destId="{8C628CCF-859D-489B-BE59-FCA5AFD22B94}" srcOrd="0" destOrd="0" presId="urn:microsoft.com/office/officeart/2005/8/layout/hierarchy3"/>
    <dgm:cxn modelId="{628A92A8-7C7F-4F78-AC75-C3755DBD3955}" type="presOf" srcId="{C9F96C1E-3BAA-4D4C-8D82-6981323A05AF}" destId="{C067856F-6383-4186-A5B7-6BE26D848B55}" srcOrd="1" destOrd="0" presId="urn:microsoft.com/office/officeart/2005/8/layout/hierarchy3"/>
    <dgm:cxn modelId="{25922ADC-DF47-46ED-A3CA-57BFB96C5300}" type="presOf" srcId="{E8CF2A0E-8074-46AE-89DD-9F01F718FD72}" destId="{346E3190-24B9-451B-B84B-4145EEE040B7}" srcOrd="0" destOrd="0" presId="urn:microsoft.com/office/officeart/2005/8/layout/hierarchy3"/>
    <dgm:cxn modelId="{202E3160-1350-4831-A5ED-8AF8F23745B8}" type="presOf" srcId="{8FA8FE5D-A6B4-4099-ACF4-B80C395EAC1A}" destId="{A87F2DCA-E4D8-4A55-A97A-EC4FB749312C}" srcOrd="0" destOrd="0" presId="urn:microsoft.com/office/officeart/2005/8/layout/hierarchy3"/>
    <dgm:cxn modelId="{5F586CB5-56CD-4CFA-A840-26CE3D5F833F}" srcId="{523F35D0-04EC-4BF8-AC42-D851A6A28DBD}" destId="{8FA8FE5D-A6B4-4099-ACF4-B80C395EAC1A}" srcOrd="3" destOrd="0" parTransId="{B688CAFC-C86D-40EE-957E-2F97F051BF43}" sibTransId="{5DD0E434-12AF-4796-B7F4-D0EF46EBFE31}"/>
    <dgm:cxn modelId="{A1E950F8-93D7-4E3B-8F84-1026368676E4}" srcId="{3A6A7450-227B-41F1-B950-D4632A9A489A}" destId="{C9F96C1E-3BAA-4D4C-8D82-6981323A05AF}" srcOrd="0" destOrd="0" parTransId="{953454DA-AAA2-4340-BC25-711B0B992400}" sibTransId="{113242BD-82AA-4F04-9C46-27C20F93056B}"/>
    <dgm:cxn modelId="{881D1781-2D52-4A5C-BBC5-29D3A9A71CAF}" srcId="{3A6A7450-227B-41F1-B950-D4632A9A489A}" destId="{523F35D0-04EC-4BF8-AC42-D851A6A28DBD}" srcOrd="1" destOrd="0" parTransId="{1D4FF3DC-3301-4C3F-8C97-CA79EA37FD59}" sibTransId="{95272CD5-4058-4799-A87E-2C63E2D4BA0E}"/>
    <dgm:cxn modelId="{6EF30F06-8267-4CDF-8290-D68552A4C930}" type="presOf" srcId="{B2963DB1-D810-47F8-AA92-9545E8F4681A}" destId="{C874B268-7715-4591-83D2-28078B5038F9}" srcOrd="0" destOrd="0" presId="urn:microsoft.com/office/officeart/2005/8/layout/hierarchy3"/>
    <dgm:cxn modelId="{66E7801C-80A2-4C80-B77C-75F66C78BDA4}" type="presOf" srcId="{05764B63-298E-4FA1-9048-731BC4546669}" destId="{90C0E5AC-4D9F-4E4C-A1CC-886C51F5F8C3}" srcOrd="0" destOrd="1" presId="urn:microsoft.com/office/officeart/2005/8/layout/hierarchy3"/>
    <dgm:cxn modelId="{D561B3F5-968A-4812-9F2C-0A523620CFF2}" type="presOf" srcId="{C5F7BB28-733F-4F6D-814E-DD7C6018C376}" destId="{7B2DE380-FE29-4158-AF54-52F064318F11}" srcOrd="0" destOrd="0" presId="urn:microsoft.com/office/officeart/2005/8/layout/hierarchy3"/>
    <dgm:cxn modelId="{1F6654E2-2DF8-4DD4-9FE8-498B4A0385E8}" srcId="{523F35D0-04EC-4BF8-AC42-D851A6A28DBD}" destId="{DDBF37E1-7933-4415-92D1-9E173FE12F87}" srcOrd="2" destOrd="0" parTransId="{60F2E6E8-7F87-473E-A79D-9B11AC341639}" sibTransId="{C9EE67AC-AEDE-4261-84A3-BED0B69F0516}"/>
    <dgm:cxn modelId="{CECDD383-B057-4F05-8C4E-3F4E3646D8BE}" type="presOf" srcId="{81053B50-0817-48D8-A66D-53AD4961FC35}" destId="{DF914CE4-1CEA-4C41-85E5-231881E823D7}" srcOrd="0" destOrd="0" presId="urn:microsoft.com/office/officeart/2005/8/layout/hierarchy3"/>
    <dgm:cxn modelId="{FE04DD15-275B-46FE-88FD-23B273B5C920}" type="presOf" srcId="{4511ACEC-E242-4646-814B-E051924BF66C}" destId="{C874B268-7715-4591-83D2-28078B5038F9}" srcOrd="0" destOrd="1" presId="urn:microsoft.com/office/officeart/2005/8/layout/hierarchy3"/>
    <dgm:cxn modelId="{069B1122-D709-47B0-9D4E-86604631E76D}" type="presOf" srcId="{DDBF37E1-7933-4415-92D1-9E173FE12F87}" destId="{50553207-6215-48DA-AE09-92EF7D5B507E}" srcOrd="0" destOrd="0" presId="urn:microsoft.com/office/officeart/2005/8/layout/hierarchy3"/>
    <dgm:cxn modelId="{9930C8C0-3F81-4A56-96F2-5329E30546B5}" type="presOf" srcId="{3A6A7450-227B-41F1-B950-D4632A9A489A}" destId="{92657B83-57CF-42B2-AEED-BF6F879351F8}" srcOrd="0" destOrd="0" presId="urn:microsoft.com/office/officeart/2005/8/layout/hierarchy3"/>
    <dgm:cxn modelId="{B4F64AD9-7314-463F-A0FD-8E9D8DBC282F}" srcId="{5ED9DB5D-DD9D-4FD2-8BEB-A37CEDC8FED7}" destId="{05764B63-298E-4FA1-9048-731BC4546669}" srcOrd="0" destOrd="0" parTransId="{A44D3276-2F23-412F-972F-92568A0C4055}" sibTransId="{4CAAABBD-608A-41C4-A781-080728883D80}"/>
    <dgm:cxn modelId="{33FDC0C7-59D4-43FC-81AF-981922B9AB2B}" type="presOf" srcId="{523F35D0-04EC-4BF8-AC42-D851A6A28DBD}" destId="{B5666AA9-5FCB-46FE-84BE-FB76BAD1E35B}" srcOrd="1" destOrd="0" presId="urn:microsoft.com/office/officeart/2005/8/layout/hierarchy3"/>
    <dgm:cxn modelId="{A4707596-6500-4C4F-8B98-B2AA30622A99}" srcId="{B2963DB1-D810-47F8-AA92-9545E8F4681A}" destId="{4511ACEC-E242-4646-814B-E051924BF66C}" srcOrd="0" destOrd="0" parTransId="{10D8BDDF-63B1-4669-9B95-08C77D99277A}" sibTransId="{4DA6F76D-27F7-435B-A24B-9D9F569C7EB6}"/>
    <dgm:cxn modelId="{909FD5C9-0FFC-4A09-AAE3-F689443A006A}" type="presOf" srcId="{032AACA4-88A2-492D-9FB6-51E9A430CC3B}" destId="{33607964-D705-4736-944B-9C58548D8A0A}" srcOrd="0" destOrd="0" presId="urn:microsoft.com/office/officeart/2005/8/layout/hierarchy3"/>
    <dgm:cxn modelId="{C70A81C1-D7C8-4398-8931-2CA1ED1D955A}" type="presOf" srcId="{C9F96C1E-3BAA-4D4C-8D82-6981323A05AF}" destId="{62FFC832-D47F-4379-B979-E9858A2490E9}" srcOrd="0" destOrd="0" presId="urn:microsoft.com/office/officeart/2005/8/layout/hierarchy3"/>
    <dgm:cxn modelId="{78C5B20C-EDF6-4946-866D-01A79FA5660D}" type="presOf" srcId="{531929DE-01D5-43D7-94CA-BDD6FA127872}" destId="{9197E21D-D571-4B20-B619-784F31E28B59}" srcOrd="0" destOrd="0" presId="urn:microsoft.com/office/officeart/2005/8/layout/hierarchy3"/>
    <dgm:cxn modelId="{FB79212B-9391-450B-853B-5269186C6B25}" type="presOf" srcId="{B688CAFC-C86D-40EE-957E-2F97F051BF43}" destId="{A7579D12-ADDF-444C-8F82-9F6C03241455}" srcOrd="0" destOrd="0" presId="urn:microsoft.com/office/officeart/2005/8/layout/hierarchy3"/>
    <dgm:cxn modelId="{994E0C3A-054F-48F2-A03C-BA5BF21B522E}" type="presOf" srcId="{5ED9DB5D-DD9D-4FD2-8BEB-A37CEDC8FED7}" destId="{90C0E5AC-4D9F-4E4C-A1CC-886C51F5F8C3}" srcOrd="0" destOrd="0" presId="urn:microsoft.com/office/officeart/2005/8/layout/hierarchy3"/>
    <dgm:cxn modelId="{4453C6A7-D4C0-4106-A77E-09A92AD5B6C4}" type="presOf" srcId="{7F79A10B-7375-48DA-B382-FA414BBEB21C}" destId="{762E2192-AB13-45D8-BD2B-7F5FE2B0B8F1}" srcOrd="0" destOrd="0" presId="urn:microsoft.com/office/officeart/2005/8/layout/hierarchy3"/>
    <dgm:cxn modelId="{EEB8F9D5-77F4-4018-AF27-765E205DF1F9}" type="presParOf" srcId="{92657B83-57CF-42B2-AEED-BF6F879351F8}" destId="{4BCD5E3D-1DA0-429A-B9FF-5381F6DC9C58}" srcOrd="0" destOrd="0" presId="urn:microsoft.com/office/officeart/2005/8/layout/hierarchy3"/>
    <dgm:cxn modelId="{C7244863-3B03-4EB5-9541-88FC4D71340F}" type="presParOf" srcId="{4BCD5E3D-1DA0-429A-B9FF-5381F6DC9C58}" destId="{1C5D23D0-2A67-467C-863D-B3CE560EFEDB}" srcOrd="0" destOrd="0" presId="urn:microsoft.com/office/officeart/2005/8/layout/hierarchy3"/>
    <dgm:cxn modelId="{2D0D0058-3D9D-4317-81D2-704B0728EDD0}" type="presParOf" srcId="{1C5D23D0-2A67-467C-863D-B3CE560EFEDB}" destId="{62FFC832-D47F-4379-B979-E9858A2490E9}" srcOrd="0" destOrd="0" presId="urn:microsoft.com/office/officeart/2005/8/layout/hierarchy3"/>
    <dgm:cxn modelId="{D2A48598-7BF2-47A5-BA5C-8D73B5C91F0A}" type="presParOf" srcId="{1C5D23D0-2A67-467C-863D-B3CE560EFEDB}" destId="{C067856F-6383-4186-A5B7-6BE26D848B55}" srcOrd="1" destOrd="0" presId="urn:microsoft.com/office/officeart/2005/8/layout/hierarchy3"/>
    <dgm:cxn modelId="{7CBD9EDD-FBCB-4377-A6A9-8ED7548E0361}" type="presParOf" srcId="{4BCD5E3D-1DA0-429A-B9FF-5381F6DC9C58}" destId="{7F0A53F0-A9CB-49E6-B3C6-21E034BBA19D}" srcOrd="1" destOrd="0" presId="urn:microsoft.com/office/officeart/2005/8/layout/hierarchy3"/>
    <dgm:cxn modelId="{EB7CC144-64CC-4E36-A678-4A1F11566759}" type="presParOf" srcId="{7F0A53F0-A9CB-49E6-B3C6-21E034BBA19D}" destId="{9197E21D-D571-4B20-B619-784F31E28B59}" srcOrd="0" destOrd="0" presId="urn:microsoft.com/office/officeart/2005/8/layout/hierarchy3"/>
    <dgm:cxn modelId="{A3379B64-8F2C-4AF4-9EE4-81AD28C6AF85}" type="presParOf" srcId="{7F0A53F0-A9CB-49E6-B3C6-21E034BBA19D}" destId="{33607964-D705-4736-944B-9C58548D8A0A}" srcOrd="1" destOrd="0" presId="urn:microsoft.com/office/officeart/2005/8/layout/hierarchy3"/>
    <dgm:cxn modelId="{4239152C-3791-4113-A618-FA4030DA9143}" type="presParOf" srcId="{7F0A53F0-A9CB-49E6-B3C6-21E034BBA19D}" destId="{762E2192-AB13-45D8-BD2B-7F5FE2B0B8F1}" srcOrd="2" destOrd="0" presId="urn:microsoft.com/office/officeart/2005/8/layout/hierarchy3"/>
    <dgm:cxn modelId="{6C463965-8600-45CE-A689-0BBB586DE9D3}" type="presParOf" srcId="{7F0A53F0-A9CB-49E6-B3C6-21E034BBA19D}" destId="{C874B268-7715-4591-83D2-28078B5038F9}" srcOrd="3" destOrd="0" presId="urn:microsoft.com/office/officeart/2005/8/layout/hierarchy3"/>
    <dgm:cxn modelId="{0DD7FE75-A9D8-48E7-A1FC-2D972E8F9489}" type="presParOf" srcId="{7F0A53F0-A9CB-49E6-B3C6-21E034BBA19D}" destId="{346E3190-24B9-451B-B84B-4145EEE040B7}" srcOrd="4" destOrd="0" presId="urn:microsoft.com/office/officeart/2005/8/layout/hierarchy3"/>
    <dgm:cxn modelId="{D0145734-C9A2-4027-BCC4-E40A12F6B53C}" type="presParOf" srcId="{7F0A53F0-A9CB-49E6-B3C6-21E034BBA19D}" destId="{90C0E5AC-4D9F-4E4C-A1CC-886C51F5F8C3}" srcOrd="5" destOrd="0" presId="urn:microsoft.com/office/officeart/2005/8/layout/hierarchy3"/>
    <dgm:cxn modelId="{2BAB4664-12A1-4986-B9C4-5BEF31F39C97}" type="presParOf" srcId="{92657B83-57CF-42B2-AEED-BF6F879351F8}" destId="{EEAF9C48-9755-454E-AC52-1C72335681B1}" srcOrd="1" destOrd="0" presId="urn:microsoft.com/office/officeart/2005/8/layout/hierarchy3"/>
    <dgm:cxn modelId="{7C14073C-BA8A-4B72-8844-6D85FB6E582D}" type="presParOf" srcId="{EEAF9C48-9755-454E-AC52-1C72335681B1}" destId="{F5076D55-1BC1-4165-A036-6AB610472B76}" srcOrd="0" destOrd="0" presId="urn:microsoft.com/office/officeart/2005/8/layout/hierarchy3"/>
    <dgm:cxn modelId="{A378A07F-9659-47A5-A35A-A6AB3EBC22CD}" type="presParOf" srcId="{F5076D55-1BC1-4165-A036-6AB610472B76}" destId="{039AA8D7-D322-48D9-AFD9-EC38C93C35B2}" srcOrd="0" destOrd="0" presId="urn:microsoft.com/office/officeart/2005/8/layout/hierarchy3"/>
    <dgm:cxn modelId="{3676AE2D-9C8C-4324-9DFB-E4CC47ABF51E}" type="presParOf" srcId="{F5076D55-1BC1-4165-A036-6AB610472B76}" destId="{B5666AA9-5FCB-46FE-84BE-FB76BAD1E35B}" srcOrd="1" destOrd="0" presId="urn:microsoft.com/office/officeart/2005/8/layout/hierarchy3"/>
    <dgm:cxn modelId="{D01EF48C-9C43-404B-9406-84E14A2710F1}" type="presParOf" srcId="{EEAF9C48-9755-454E-AC52-1C72335681B1}" destId="{A04D37D2-6613-44D2-A261-E87664ADD221}" srcOrd="1" destOrd="0" presId="urn:microsoft.com/office/officeart/2005/8/layout/hierarchy3"/>
    <dgm:cxn modelId="{B06D0E3A-B4B7-4FA4-B309-36A751162FFD}" type="presParOf" srcId="{A04D37D2-6613-44D2-A261-E87664ADD221}" destId="{B6D83C25-BE01-4FBF-BED3-E279E7832095}" srcOrd="0" destOrd="0" presId="urn:microsoft.com/office/officeart/2005/8/layout/hierarchy3"/>
    <dgm:cxn modelId="{6055C925-646D-4873-B992-C7EA67394D3F}" type="presParOf" srcId="{A04D37D2-6613-44D2-A261-E87664ADD221}" destId="{DF914CE4-1CEA-4C41-85E5-231881E823D7}" srcOrd="1" destOrd="0" presId="urn:microsoft.com/office/officeart/2005/8/layout/hierarchy3"/>
    <dgm:cxn modelId="{C5985385-0196-4EF4-8FA9-C92A0E43BFFD}" type="presParOf" srcId="{A04D37D2-6613-44D2-A261-E87664ADD221}" destId="{A2AF1DF1-1D36-4CB5-B8B2-8A2C8606513C}" srcOrd="2" destOrd="0" presId="urn:microsoft.com/office/officeart/2005/8/layout/hierarchy3"/>
    <dgm:cxn modelId="{259F06A6-7CB8-497D-B832-90F28AAC9DFD}" type="presParOf" srcId="{A04D37D2-6613-44D2-A261-E87664ADD221}" destId="{7B2DE380-FE29-4158-AF54-52F064318F11}" srcOrd="3" destOrd="0" presId="urn:microsoft.com/office/officeart/2005/8/layout/hierarchy3"/>
    <dgm:cxn modelId="{8D1FB42A-F60A-467D-A5EB-7CB4279E2ACB}" type="presParOf" srcId="{A04D37D2-6613-44D2-A261-E87664ADD221}" destId="{8C628CCF-859D-489B-BE59-FCA5AFD22B94}" srcOrd="4" destOrd="0" presId="urn:microsoft.com/office/officeart/2005/8/layout/hierarchy3"/>
    <dgm:cxn modelId="{088B18A7-FAEF-4A8A-984A-2C3943636413}" type="presParOf" srcId="{A04D37D2-6613-44D2-A261-E87664ADD221}" destId="{50553207-6215-48DA-AE09-92EF7D5B507E}" srcOrd="5" destOrd="0" presId="urn:microsoft.com/office/officeart/2005/8/layout/hierarchy3"/>
    <dgm:cxn modelId="{775556E8-E728-4C7D-92DC-374622C06E16}" type="presParOf" srcId="{A04D37D2-6613-44D2-A261-E87664ADD221}" destId="{A7579D12-ADDF-444C-8F82-9F6C03241455}" srcOrd="6" destOrd="0" presId="urn:microsoft.com/office/officeart/2005/8/layout/hierarchy3"/>
    <dgm:cxn modelId="{EC2B0F5C-5AB4-4D43-A89E-F0E6E9E8E462}" type="presParOf" srcId="{A04D37D2-6613-44D2-A261-E87664ADD221}" destId="{A87F2DCA-E4D8-4A55-A97A-EC4FB749312C}" srcOrd="7" destOrd="0" presId="urn:microsoft.com/office/officeart/2005/8/layout/hierarchy3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465FDA-DA65-43ED-8DF2-1F8E446B517A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42E98E-0D90-48A6-97FC-E22D6E8C5633}">
      <dgm:prSet phldrT="[Text]"/>
      <dgm:spPr/>
      <dgm:t>
        <a:bodyPr/>
        <a:lstStyle/>
        <a:p>
          <a:pPr marL="344488" indent="0"/>
          <a:r>
            <a:rPr lang="en-US" b="1" dirty="0" smtClean="0">
              <a:solidFill>
                <a:schemeClr val="bg1"/>
              </a:solidFill>
            </a:rPr>
            <a:t>Head-in/Rear-in Parking</a:t>
          </a:r>
          <a:endParaRPr lang="en-US" dirty="0">
            <a:solidFill>
              <a:schemeClr val="bg1"/>
            </a:solidFill>
          </a:endParaRPr>
        </a:p>
      </dgm:t>
    </dgm:pt>
    <dgm:pt modelId="{01195115-6EE7-452D-8D59-60E37E76BD14}" type="parTrans" cxnId="{686474F5-724A-466C-A8E1-0EB27C045E68}">
      <dgm:prSet/>
      <dgm:spPr/>
      <dgm:t>
        <a:bodyPr/>
        <a:lstStyle/>
        <a:p>
          <a:endParaRPr lang="en-US"/>
        </a:p>
      </dgm:t>
    </dgm:pt>
    <dgm:pt modelId="{8E1642CF-02E7-4974-BD1D-AA54AC8B1D94}" type="sibTrans" cxnId="{686474F5-724A-466C-A8E1-0EB27C045E68}">
      <dgm:prSet/>
      <dgm:spPr/>
      <dgm:t>
        <a:bodyPr/>
        <a:lstStyle/>
        <a:p>
          <a:endParaRPr lang="en-US"/>
        </a:p>
      </dgm:t>
    </dgm:pt>
    <dgm:pt modelId="{7544F600-D859-4055-BC7E-8E62C656DCE0}">
      <dgm:prSet phldrT="[Text]"/>
      <dgm:spPr/>
      <dgm:t>
        <a:bodyPr/>
        <a:lstStyle/>
        <a:p>
          <a:pPr marL="344488" indent="0"/>
          <a:endParaRPr lang="en-US" dirty="0" smtClean="0"/>
        </a:p>
        <a:p>
          <a:pPr marL="344488" indent="0"/>
          <a:r>
            <a:rPr lang="en-US" b="1" dirty="0" smtClean="0"/>
            <a:t>Parallel Parking.</a:t>
          </a:r>
          <a:endParaRPr lang="en-US" b="1" dirty="0"/>
        </a:p>
      </dgm:t>
    </dgm:pt>
    <dgm:pt modelId="{C11CEA93-08B2-4E7C-8518-0971DF44BEDF}" type="parTrans" cxnId="{9B623203-AD16-4B43-A720-A2716562D655}">
      <dgm:prSet/>
      <dgm:spPr/>
      <dgm:t>
        <a:bodyPr/>
        <a:lstStyle/>
        <a:p>
          <a:endParaRPr lang="en-US"/>
        </a:p>
      </dgm:t>
    </dgm:pt>
    <dgm:pt modelId="{225C5F0A-3223-4DA7-992E-817CEBEB94DD}" type="sibTrans" cxnId="{9B623203-AD16-4B43-A720-A2716562D655}">
      <dgm:prSet/>
      <dgm:spPr/>
      <dgm:t>
        <a:bodyPr/>
        <a:lstStyle/>
        <a:p>
          <a:endParaRPr lang="en-US"/>
        </a:p>
      </dgm:t>
    </dgm:pt>
    <dgm:pt modelId="{BF1DA6D6-542F-43D9-B0D2-968A64FE9965}">
      <dgm:prSet/>
      <dgm:spPr/>
      <dgm:t>
        <a:bodyPr/>
        <a:lstStyle/>
        <a:p>
          <a:pPr marL="344488" indent="0"/>
          <a:r>
            <a:rPr lang="en-US" dirty="0" smtClean="0">
              <a:solidFill>
                <a:schemeClr val="bg1"/>
              </a:solidFill>
            </a:rPr>
            <a:t>Deeper than it is wide.</a:t>
          </a:r>
        </a:p>
      </dgm:t>
    </dgm:pt>
    <dgm:pt modelId="{902F8A2A-3ECF-4B2E-86B6-698B76E1EBA0}" type="parTrans" cxnId="{FB8BBB43-154F-4AF3-A329-0B85BA8C287E}">
      <dgm:prSet/>
      <dgm:spPr/>
      <dgm:t>
        <a:bodyPr/>
        <a:lstStyle/>
        <a:p>
          <a:endParaRPr lang="en-US"/>
        </a:p>
      </dgm:t>
    </dgm:pt>
    <dgm:pt modelId="{CED2B3D8-1ED3-4DFE-9352-923E02D463B8}" type="sibTrans" cxnId="{FB8BBB43-154F-4AF3-A329-0B85BA8C287E}">
      <dgm:prSet/>
      <dgm:spPr/>
      <dgm:t>
        <a:bodyPr/>
        <a:lstStyle/>
        <a:p>
          <a:endParaRPr lang="en-US"/>
        </a:p>
      </dgm:t>
    </dgm:pt>
    <dgm:pt modelId="{A046EEBF-8678-4583-A9E5-04239886B0E8}">
      <dgm:prSet/>
      <dgm:spPr/>
      <dgm:t>
        <a:bodyPr/>
        <a:lstStyle/>
        <a:p>
          <a:pPr marL="344488" indent="0"/>
          <a:r>
            <a:rPr lang="en-US" dirty="0" smtClean="0">
              <a:solidFill>
                <a:schemeClr val="bg1"/>
              </a:solidFill>
            </a:rPr>
            <a:t>Has a wheel stop or curb (not always true but for our purposes assumed)</a:t>
          </a:r>
          <a:endParaRPr lang="en-US" dirty="0">
            <a:solidFill>
              <a:schemeClr val="bg1"/>
            </a:solidFill>
          </a:endParaRPr>
        </a:p>
      </dgm:t>
    </dgm:pt>
    <dgm:pt modelId="{5707CD7E-3A26-4484-AD82-E1A2F18B3E46}" type="parTrans" cxnId="{7090F922-463B-4DC3-B000-DA864E7B1086}">
      <dgm:prSet/>
      <dgm:spPr/>
      <dgm:t>
        <a:bodyPr/>
        <a:lstStyle/>
        <a:p>
          <a:endParaRPr lang="en-US"/>
        </a:p>
      </dgm:t>
    </dgm:pt>
    <dgm:pt modelId="{F0632F07-62BE-4A7F-A1DC-6FA908BE780E}" type="sibTrans" cxnId="{7090F922-463B-4DC3-B000-DA864E7B1086}">
      <dgm:prSet/>
      <dgm:spPr/>
      <dgm:t>
        <a:bodyPr/>
        <a:lstStyle/>
        <a:p>
          <a:endParaRPr lang="en-US"/>
        </a:p>
      </dgm:t>
    </dgm:pt>
    <dgm:pt modelId="{23DDB4A3-8BC9-4581-A89D-E02E57723D36}">
      <dgm:prSet/>
      <dgm:spPr/>
      <dgm:t>
        <a:bodyPr/>
        <a:lstStyle/>
        <a:p>
          <a:pPr marL="344488" indent="0"/>
          <a:r>
            <a:rPr lang="en-US" dirty="0" smtClean="0"/>
            <a:t>Wider than it is deep.</a:t>
          </a:r>
        </a:p>
      </dgm:t>
    </dgm:pt>
    <dgm:pt modelId="{A38201C7-1D19-4BAC-9AD2-EAAFB898B4C6}" type="parTrans" cxnId="{7B02DC3F-975F-4FC9-9E84-984FEAEBEC5A}">
      <dgm:prSet/>
      <dgm:spPr/>
      <dgm:t>
        <a:bodyPr/>
        <a:lstStyle/>
        <a:p>
          <a:endParaRPr lang="en-US"/>
        </a:p>
      </dgm:t>
    </dgm:pt>
    <dgm:pt modelId="{4D988DB9-8D25-44A4-BBE6-8C7CF931751D}" type="sibTrans" cxnId="{7B02DC3F-975F-4FC9-9E84-984FEAEBEC5A}">
      <dgm:prSet/>
      <dgm:spPr/>
      <dgm:t>
        <a:bodyPr/>
        <a:lstStyle/>
        <a:p>
          <a:endParaRPr lang="en-US"/>
        </a:p>
      </dgm:t>
    </dgm:pt>
    <dgm:pt modelId="{99B7F918-9D90-4828-860C-331C7E344F9E}">
      <dgm:prSet/>
      <dgm:spPr/>
      <dgm:t>
        <a:bodyPr/>
        <a:lstStyle/>
        <a:p>
          <a:pPr marL="344488" indent="0"/>
          <a:r>
            <a:rPr lang="en-US" dirty="0" smtClean="0"/>
            <a:t>Leave enough room to realistically exit the spot.</a:t>
          </a:r>
        </a:p>
      </dgm:t>
    </dgm:pt>
    <dgm:pt modelId="{F504DF44-C1D1-40AB-878B-179C4C6D2F33}" type="parTrans" cxnId="{0690005B-5A09-4971-A69E-AB473F4459E2}">
      <dgm:prSet/>
      <dgm:spPr/>
      <dgm:t>
        <a:bodyPr/>
        <a:lstStyle/>
        <a:p>
          <a:endParaRPr lang="en-US"/>
        </a:p>
      </dgm:t>
    </dgm:pt>
    <dgm:pt modelId="{5A9C138C-6FCD-42D1-B258-2F7CB99D2864}" type="sibTrans" cxnId="{0690005B-5A09-4971-A69E-AB473F4459E2}">
      <dgm:prSet/>
      <dgm:spPr/>
      <dgm:t>
        <a:bodyPr/>
        <a:lstStyle/>
        <a:p>
          <a:endParaRPr lang="en-US"/>
        </a:p>
      </dgm:t>
    </dgm:pt>
    <dgm:pt modelId="{C64D2BFE-C9FD-4B96-9D5E-65C0AE961C82}">
      <dgm:prSet/>
      <dgm:spPr/>
      <dgm:t>
        <a:bodyPr/>
        <a:lstStyle/>
        <a:p>
          <a:pPr marL="344488" indent="0"/>
          <a:r>
            <a:rPr lang="en-US" dirty="0" smtClean="0"/>
            <a:t>Cars or empty space in front and behind.</a:t>
          </a:r>
          <a:endParaRPr lang="en-US" dirty="0"/>
        </a:p>
      </dgm:t>
    </dgm:pt>
    <dgm:pt modelId="{02A81BF3-C0D2-4FB2-BC04-01E1ABA64919}" type="parTrans" cxnId="{FF72748A-4CC6-4028-A5D8-B214882C550B}">
      <dgm:prSet/>
      <dgm:spPr/>
      <dgm:t>
        <a:bodyPr/>
        <a:lstStyle/>
        <a:p>
          <a:endParaRPr lang="en-US"/>
        </a:p>
      </dgm:t>
    </dgm:pt>
    <dgm:pt modelId="{F2405A6B-6691-4FAF-9FB6-B0EC418A8425}" type="sibTrans" cxnId="{FF72748A-4CC6-4028-A5D8-B214882C550B}">
      <dgm:prSet/>
      <dgm:spPr/>
      <dgm:t>
        <a:bodyPr/>
        <a:lstStyle/>
        <a:p>
          <a:endParaRPr lang="en-US"/>
        </a:p>
      </dgm:t>
    </dgm:pt>
    <dgm:pt modelId="{70B6E9AD-3B82-493E-B3DE-B05A10670B1D}" type="pres">
      <dgm:prSet presAssocID="{51465FDA-DA65-43ED-8DF2-1F8E446B517A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BA9B578-D92C-4492-B415-2C9AD3973F52}" type="pres">
      <dgm:prSet presAssocID="{CB42E98E-0D90-48A6-97FC-E22D6E8C5633}" presName="comp" presStyleCnt="0"/>
      <dgm:spPr/>
    </dgm:pt>
    <dgm:pt modelId="{D7BCCAB1-8389-4E86-AE82-371C6C965205}" type="pres">
      <dgm:prSet presAssocID="{CB42E98E-0D90-48A6-97FC-E22D6E8C5633}" presName="box" presStyleLbl="node1" presStyleIdx="0" presStyleCnt="2" custLinFactNeighborX="23750" custLinFactNeighborY="-59077"/>
      <dgm:spPr/>
      <dgm:t>
        <a:bodyPr/>
        <a:lstStyle/>
        <a:p>
          <a:endParaRPr lang="en-US"/>
        </a:p>
      </dgm:t>
    </dgm:pt>
    <dgm:pt modelId="{36F28BB7-A1AC-43E9-96DD-A0AE82246C7E}" type="pres">
      <dgm:prSet presAssocID="{CB42E98E-0D90-48A6-97FC-E22D6E8C5633}" presName="img" presStyleLbl="fgImgPlace1" presStyleIdx="0" presStyleCnt="2" custScaleX="111596"/>
      <dgm:spPr/>
      <dgm:t>
        <a:bodyPr/>
        <a:lstStyle/>
        <a:p>
          <a:endParaRPr lang="en-US"/>
        </a:p>
      </dgm:t>
    </dgm:pt>
    <dgm:pt modelId="{5B4D3DD6-C843-4AFA-8F34-0910FDD7879F}" type="pres">
      <dgm:prSet presAssocID="{CB42E98E-0D90-48A6-97FC-E22D6E8C5633}" presName="text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C509A3-16EC-4262-A3E0-C689DFF51136}" type="pres">
      <dgm:prSet presAssocID="{8E1642CF-02E7-4974-BD1D-AA54AC8B1D94}" presName="spacer" presStyleCnt="0"/>
      <dgm:spPr/>
    </dgm:pt>
    <dgm:pt modelId="{CEB599F2-B426-4B60-81D7-3BD6D6F0E03F}" type="pres">
      <dgm:prSet presAssocID="{7544F600-D859-4055-BC7E-8E62C656DCE0}" presName="comp" presStyleCnt="0"/>
      <dgm:spPr/>
    </dgm:pt>
    <dgm:pt modelId="{98049ED0-6A00-457D-B7E1-52D7BA60F79F}" type="pres">
      <dgm:prSet presAssocID="{7544F600-D859-4055-BC7E-8E62C656DCE0}" presName="box" presStyleLbl="node1" presStyleIdx="1" presStyleCnt="2" custScaleY="156992"/>
      <dgm:spPr/>
      <dgm:t>
        <a:bodyPr/>
        <a:lstStyle/>
        <a:p>
          <a:endParaRPr lang="en-US"/>
        </a:p>
      </dgm:t>
    </dgm:pt>
    <dgm:pt modelId="{FFD826EA-DED9-48CE-8AD9-49B76EB7A6BA}" type="pres">
      <dgm:prSet presAssocID="{7544F600-D859-4055-BC7E-8E62C656DCE0}" presName="img" presStyleLbl="fgImgPlace1" presStyleIdx="1" presStyleCnt="2" custScaleX="95122" custScaleY="169169" custLinFactNeighborX="-1309" custLinFactNeighborY="2797"/>
      <dgm:spPr/>
    </dgm:pt>
    <dgm:pt modelId="{05CC2739-AA7D-41B0-BD57-61EFD6348E99}" type="pres">
      <dgm:prSet presAssocID="{7544F600-D859-4055-BC7E-8E62C656DCE0}" presName="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B02DC3F-975F-4FC9-9E84-984FEAEBEC5A}" srcId="{7544F600-D859-4055-BC7E-8E62C656DCE0}" destId="{23DDB4A3-8BC9-4581-A89D-E02E57723D36}" srcOrd="0" destOrd="0" parTransId="{A38201C7-1D19-4BAC-9AD2-EAAFB898B4C6}" sibTransId="{4D988DB9-8D25-44A4-BBE6-8C7CF931751D}"/>
    <dgm:cxn modelId="{06801872-8F73-43E9-81E2-B4C06E8D1E3E}" type="presOf" srcId="{99B7F918-9D90-4828-860C-331C7E344F9E}" destId="{05CC2739-AA7D-41B0-BD57-61EFD6348E99}" srcOrd="1" destOrd="2" presId="urn:microsoft.com/office/officeart/2005/8/layout/vList4"/>
    <dgm:cxn modelId="{FF72748A-4CC6-4028-A5D8-B214882C550B}" srcId="{7544F600-D859-4055-BC7E-8E62C656DCE0}" destId="{C64D2BFE-C9FD-4B96-9D5E-65C0AE961C82}" srcOrd="2" destOrd="0" parTransId="{02A81BF3-C0D2-4FB2-BC04-01E1ABA64919}" sibTransId="{F2405A6B-6691-4FAF-9FB6-B0EC418A8425}"/>
    <dgm:cxn modelId="{FB8BBB43-154F-4AF3-A329-0B85BA8C287E}" srcId="{CB42E98E-0D90-48A6-97FC-E22D6E8C5633}" destId="{BF1DA6D6-542F-43D9-B0D2-968A64FE9965}" srcOrd="0" destOrd="0" parTransId="{902F8A2A-3ECF-4B2E-86B6-698B76E1EBA0}" sibTransId="{CED2B3D8-1ED3-4DFE-9352-923E02D463B8}"/>
    <dgm:cxn modelId="{BEE15C75-7732-4ECB-A3C7-DBD15218FDBC}" type="presOf" srcId="{99B7F918-9D90-4828-860C-331C7E344F9E}" destId="{98049ED0-6A00-457D-B7E1-52D7BA60F79F}" srcOrd="0" destOrd="2" presId="urn:microsoft.com/office/officeart/2005/8/layout/vList4"/>
    <dgm:cxn modelId="{F0ED43AD-1B2A-4933-BF8E-462FEA236284}" type="presOf" srcId="{23DDB4A3-8BC9-4581-A89D-E02E57723D36}" destId="{98049ED0-6A00-457D-B7E1-52D7BA60F79F}" srcOrd="0" destOrd="1" presId="urn:microsoft.com/office/officeart/2005/8/layout/vList4"/>
    <dgm:cxn modelId="{9D9AF4F2-FD2D-41F8-BD91-394B4369E46E}" type="presOf" srcId="{CB42E98E-0D90-48A6-97FC-E22D6E8C5633}" destId="{D7BCCAB1-8389-4E86-AE82-371C6C965205}" srcOrd="0" destOrd="0" presId="urn:microsoft.com/office/officeart/2005/8/layout/vList4"/>
    <dgm:cxn modelId="{349825B0-EB5B-41FB-8C49-16441D97F1CB}" type="presOf" srcId="{C64D2BFE-C9FD-4B96-9D5E-65C0AE961C82}" destId="{98049ED0-6A00-457D-B7E1-52D7BA60F79F}" srcOrd="0" destOrd="3" presId="urn:microsoft.com/office/officeart/2005/8/layout/vList4"/>
    <dgm:cxn modelId="{CFBF0C72-C5DF-464A-A045-2FFC4BEEB7EB}" type="presOf" srcId="{BF1DA6D6-542F-43D9-B0D2-968A64FE9965}" destId="{D7BCCAB1-8389-4E86-AE82-371C6C965205}" srcOrd="0" destOrd="1" presId="urn:microsoft.com/office/officeart/2005/8/layout/vList4"/>
    <dgm:cxn modelId="{7090F922-463B-4DC3-B000-DA864E7B1086}" srcId="{CB42E98E-0D90-48A6-97FC-E22D6E8C5633}" destId="{A046EEBF-8678-4583-A9E5-04239886B0E8}" srcOrd="1" destOrd="0" parTransId="{5707CD7E-3A26-4484-AD82-E1A2F18B3E46}" sibTransId="{F0632F07-62BE-4A7F-A1DC-6FA908BE780E}"/>
    <dgm:cxn modelId="{F158A9E7-AFF4-44F5-A9FD-37B9158ACBAE}" type="presOf" srcId="{CB42E98E-0D90-48A6-97FC-E22D6E8C5633}" destId="{5B4D3DD6-C843-4AFA-8F34-0910FDD7879F}" srcOrd="1" destOrd="0" presId="urn:microsoft.com/office/officeart/2005/8/layout/vList4"/>
    <dgm:cxn modelId="{47E77B8D-E80E-4A05-8C78-DF5DE0BADA19}" type="presOf" srcId="{C64D2BFE-C9FD-4B96-9D5E-65C0AE961C82}" destId="{05CC2739-AA7D-41B0-BD57-61EFD6348E99}" srcOrd="1" destOrd="3" presId="urn:microsoft.com/office/officeart/2005/8/layout/vList4"/>
    <dgm:cxn modelId="{FB612485-DCB4-487F-A34B-3BCA8DBAFA81}" type="presOf" srcId="{A046EEBF-8678-4583-A9E5-04239886B0E8}" destId="{5B4D3DD6-C843-4AFA-8F34-0910FDD7879F}" srcOrd="1" destOrd="2" presId="urn:microsoft.com/office/officeart/2005/8/layout/vList4"/>
    <dgm:cxn modelId="{F09F62AE-5493-4F53-AB59-FE14528C885A}" type="presOf" srcId="{7544F600-D859-4055-BC7E-8E62C656DCE0}" destId="{05CC2739-AA7D-41B0-BD57-61EFD6348E99}" srcOrd="1" destOrd="0" presId="urn:microsoft.com/office/officeart/2005/8/layout/vList4"/>
    <dgm:cxn modelId="{1494DB8F-5EA8-40D9-A2B0-EEC05F257406}" type="presOf" srcId="{51465FDA-DA65-43ED-8DF2-1F8E446B517A}" destId="{70B6E9AD-3B82-493E-B3DE-B05A10670B1D}" srcOrd="0" destOrd="0" presId="urn:microsoft.com/office/officeart/2005/8/layout/vList4"/>
    <dgm:cxn modelId="{E9D0778D-2C75-4710-B9AC-7BAD6DFC91B3}" type="presOf" srcId="{23DDB4A3-8BC9-4581-A89D-E02E57723D36}" destId="{05CC2739-AA7D-41B0-BD57-61EFD6348E99}" srcOrd="1" destOrd="1" presId="urn:microsoft.com/office/officeart/2005/8/layout/vList4"/>
    <dgm:cxn modelId="{686474F5-724A-466C-A8E1-0EB27C045E68}" srcId="{51465FDA-DA65-43ED-8DF2-1F8E446B517A}" destId="{CB42E98E-0D90-48A6-97FC-E22D6E8C5633}" srcOrd="0" destOrd="0" parTransId="{01195115-6EE7-452D-8D59-60E37E76BD14}" sibTransId="{8E1642CF-02E7-4974-BD1D-AA54AC8B1D94}"/>
    <dgm:cxn modelId="{CE5EA4D2-30D9-4F95-B993-3D4811E296E8}" type="presOf" srcId="{BF1DA6D6-542F-43D9-B0D2-968A64FE9965}" destId="{5B4D3DD6-C843-4AFA-8F34-0910FDD7879F}" srcOrd="1" destOrd="1" presId="urn:microsoft.com/office/officeart/2005/8/layout/vList4"/>
    <dgm:cxn modelId="{9B623203-AD16-4B43-A720-A2716562D655}" srcId="{51465FDA-DA65-43ED-8DF2-1F8E446B517A}" destId="{7544F600-D859-4055-BC7E-8E62C656DCE0}" srcOrd="1" destOrd="0" parTransId="{C11CEA93-08B2-4E7C-8518-0971DF44BEDF}" sibTransId="{225C5F0A-3223-4DA7-992E-817CEBEB94DD}"/>
    <dgm:cxn modelId="{0690005B-5A09-4971-A69E-AB473F4459E2}" srcId="{7544F600-D859-4055-BC7E-8E62C656DCE0}" destId="{99B7F918-9D90-4828-860C-331C7E344F9E}" srcOrd="1" destOrd="0" parTransId="{F504DF44-C1D1-40AB-878B-179C4C6D2F33}" sibTransId="{5A9C138C-6FCD-42D1-B258-2F7CB99D2864}"/>
    <dgm:cxn modelId="{A5BF871C-2D93-4BAE-B0BF-EB27ABA62A94}" type="presOf" srcId="{A046EEBF-8678-4583-A9E5-04239886B0E8}" destId="{D7BCCAB1-8389-4E86-AE82-371C6C965205}" srcOrd="0" destOrd="2" presId="urn:microsoft.com/office/officeart/2005/8/layout/vList4"/>
    <dgm:cxn modelId="{D4F00517-FC88-4706-B234-DFCD6891E9F9}" type="presOf" srcId="{7544F600-D859-4055-BC7E-8E62C656DCE0}" destId="{98049ED0-6A00-457D-B7E1-52D7BA60F79F}" srcOrd="0" destOrd="0" presId="urn:microsoft.com/office/officeart/2005/8/layout/vList4"/>
    <dgm:cxn modelId="{14FB0070-ABA5-4D0B-80B4-64DF805743A7}" type="presParOf" srcId="{70B6E9AD-3B82-493E-B3DE-B05A10670B1D}" destId="{4BA9B578-D92C-4492-B415-2C9AD3973F52}" srcOrd="0" destOrd="0" presId="urn:microsoft.com/office/officeart/2005/8/layout/vList4"/>
    <dgm:cxn modelId="{50E8C5DF-4E42-42BF-9149-D8FC7433D43C}" type="presParOf" srcId="{4BA9B578-D92C-4492-B415-2C9AD3973F52}" destId="{D7BCCAB1-8389-4E86-AE82-371C6C965205}" srcOrd="0" destOrd="0" presId="urn:microsoft.com/office/officeart/2005/8/layout/vList4"/>
    <dgm:cxn modelId="{54B97424-50D3-4EF5-AA09-09F96769E8D9}" type="presParOf" srcId="{4BA9B578-D92C-4492-B415-2C9AD3973F52}" destId="{36F28BB7-A1AC-43E9-96DD-A0AE82246C7E}" srcOrd="1" destOrd="0" presId="urn:microsoft.com/office/officeart/2005/8/layout/vList4"/>
    <dgm:cxn modelId="{ABC50E21-C827-4CB5-B952-D39F9068BCDE}" type="presParOf" srcId="{4BA9B578-D92C-4492-B415-2C9AD3973F52}" destId="{5B4D3DD6-C843-4AFA-8F34-0910FDD7879F}" srcOrd="2" destOrd="0" presId="urn:microsoft.com/office/officeart/2005/8/layout/vList4"/>
    <dgm:cxn modelId="{A01F8E89-60A9-4CFC-B436-2AB2C49D968D}" type="presParOf" srcId="{70B6E9AD-3B82-493E-B3DE-B05A10670B1D}" destId="{9FC509A3-16EC-4262-A3E0-C689DFF51136}" srcOrd="1" destOrd="0" presId="urn:microsoft.com/office/officeart/2005/8/layout/vList4"/>
    <dgm:cxn modelId="{3DD12AC5-D79D-4E13-ACDB-F5C9263D4F03}" type="presParOf" srcId="{70B6E9AD-3B82-493E-B3DE-B05A10670B1D}" destId="{CEB599F2-B426-4B60-81D7-3BD6D6F0E03F}" srcOrd="2" destOrd="0" presId="urn:microsoft.com/office/officeart/2005/8/layout/vList4"/>
    <dgm:cxn modelId="{6B166737-D727-451E-AB83-57F167A6E287}" type="presParOf" srcId="{CEB599F2-B426-4B60-81D7-3BD6D6F0E03F}" destId="{98049ED0-6A00-457D-B7E1-52D7BA60F79F}" srcOrd="0" destOrd="0" presId="urn:microsoft.com/office/officeart/2005/8/layout/vList4"/>
    <dgm:cxn modelId="{646EBD35-DB92-4005-989A-C35AF514E6B0}" type="presParOf" srcId="{CEB599F2-B426-4B60-81D7-3BD6D6F0E03F}" destId="{FFD826EA-DED9-48CE-8AD9-49B76EB7A6BA}" srcOrd="1" destOrd="0" presId="urn:microsoft.com/office/officeart/2005/8/layout/vList4"/>
    <dgm:cxn modelId="{48A08AD3-C540-4648-8920-8B12C1186F51}" type="presParOf" srcId="{CEB599F2-B426-4B60-81D7-3BD6D6F0E03F}" destId="{05CC2739-AA7D-41B0-BD57-61EFD6348E99}" srcOrd="2" destOrd="0" presId="urn:microsoft.com/office/officeart/2005/8/layout/vList4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2891142-86A3-4A5E-954C-F93912948AC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D99012-0624-4A82-9F03-F8E8CA5F6EDB}">
      <dgm:prSet phldrT="[Text]"/>
      <dgm:spPr/>
      <dgm:t>
        <a:bodyPr/>
        <a:lstStyle/>
        <a:p>
          <a:r>
            <a:rPr lang="en-US" dirty="0" smtClean="0"/>
            <a:t>NXC</a:t>
          </a:r>
          <a:endParaRPr lang="en-US" dirty="0"/>
        </a:p>
      </dgm:t>
    </dgm:pt>
    <dgm:pt modelId="{4AB486D4-2099-48F0-8D99-03C8B5F8BCB2}" type="parTrans" cxnId="{59E695CD-9B21-481A-9B4D-F6D2433FD7F9}">
      <dgm:prSet/>
      <dgm:spPr/>
      <dgm:t>
        <a:bodyPr/>
        <a:lstStyle/>
        <a:p>
          <a:endParaRPr lang="en-US"/>
        </a:p>
      </dgm:t>
    </dgm:pt>
    <dgm:pt modelId="{CFE33ED3-89A0-4E4F-9C23-9F7858849562}" type="sibTrans" cxnId="{59E695CD-9B21-481A-9B4D-F6D2433FD7F9}">
      <dgm:prSet/>
      <dgm:spPr/>
      <dgm:t>
        <a:bodyPr/>
        <a:lstStyle/>
        <a:p>
          <a:endParaRPr lang="en-US"/>
        </a:p>
      </dgm:t>
    </dgm:pt>
    <dgm:pt modelId="{20046028-65BB-4FE0-9EE5-8F018983C26B}">
      <dgm:prSet phldrT="[Text]"/>
      <dgm:spPr/>
      <dgm:t>
        <a:bodyPr/>
        <a:lstStyle/>
        <a:p>
          <a:r>
            <a:rPr lang="en-US" dirty="0" smtClean="0"/>
            <a:t>NXC</a:t>
          </a:r>
          <a:endParaRPr lang="en-US" dirty="0"/>
        </a:p>
      </dgm:t>
    </dgm:pt>
    <dgm:pt modelId="{4F317FF4-55C9-4053-A03F-10EFB6E83061}" type="parTrans" cxnId="{CB1253DC-2CDD-4CFA-B777-80F47F40FC3B}">
      <dgm:prSet/>
      <dgm:spPr/>
      <dgm:t>
        <a:bodyPr/>
        <a:lstStyle/>
        <a:p>
          <a:endParaRPr lang="en-US" dirty="0"/>
        </a:p>
      </dgm:t>
    </dgm:pt>
    <dgm:pt modelId="{A2099658-4B36-47B6-A468-4063668B4415}" type="sibTrans" cxnId="{CB1253DC-2CDD-4CFA-B777-80F47F40FC3B}">
      <dgm:prSet/>
      <dgm:spPr/>
      <dgm:t>
        <a:bodyPr/>
        <a:lstStyle/>
        <a:p>
          <a:endParaRPr lang="en-US"/>
        </a:p>
      </dgm:t>
    </dgm:pt>
    <dgm:pt modelId="{FBB96F69-64B6-489B-B9A2-8242B7105427}">
      <dgm:prSet phldrT="[Text]"/>
      <dgm:spPr/>
      <dgm:t>
        <a:bodyPr/>
        <a:lstStyle/>
        <a:p>
          <a:r>
            <a:rPr lang="en-US" dirty="0" err="1" smtClean="0"/>
            <a:t>RobotC</a:t>
          </a:r>
          <a:endParaRPr lang="en-US" dirty="0"/>
        </a:p>
      </dgm:t>
    </dgm:pt>
    <dgm:pt modelId="{F386FBD8-C927-4641-AC26-03615E1C7B44}" type="parTrans" cxnId="{446C2FA5-24F4-461D-ACF9-E422A4B9B1C9}">
      <dgm:prSet/>
      <dgm:spPr/>
      <dgm:t>
        <a:bodyPr/>
        <a:lstStyle/>
        <a:p>
          <a:endParaRPr lang="en-US" dirty="0"/>
        </a:p>
      </dgm:t>
    </dgm:pt>
    <dgm:pt modelId="{303E9BA1-46F3-4D8C-8D1D-F3A65CD49AC4}" type="sibTrans" cxnId="{446C2FA5-24F4-461D-ACF9-E422A4B9B1C9}">
      <dgm:prSet/>
      <dgm:spPr/>
      <dgm:t>
        <a:bodyPr/>
        <a:lstStyle/>
        <a:p>
          <a:endParaRPr lang="en-US"/>
        </a:p>
      </dgm:t>
    </dgm:pt>
    <dgm:pt modelId="{3ABA62C1-2983-4A48-AB21-13283D67E2FD}">
      <dgm:prSet phldrT="[Text]"/>
      <dgm:spPr/>
      <dgm:t>
        <a:bodyPr/>
        <a:lstStyle/>
        <a:p>
          <a:r>
            <a:rPr lang="en-US" dirty="0" err="1" smtClean="0"/>
            <a:t>Labview</a:t>
          </a:r>
          <a:r>
            <a:rPr lang="en-US" dirty="0" smtClean="0"/>
            <a:t> Toolkit</a:t>
          </a:r>
          <a:endParaRPr lang="en-US" dirty="0"/>
        </a:p>
      </dgm:t>
    </dgm:pt>
    <dgm:pt modelId="{445423B1-CC65-4C28-AF5C-CF04619FB62D}" type="parTrans" cxnId="{B7F07BCC-9F68-408F-A77A-82550777AD32}">
      <dgm:prSet/>
      <dgm:spPr/>
      <dgm:t>
        <a:bodyPr/>
        <a:lstStyle/>
        <a:p>
          <a:endParaRPr lang="en-US"/>
        </a:p>
      </dgm:t>
    </dgm:pt>
    <dgm:pt modelId="{96815CD8-E0E3-458A-BE6C-69313630562C}" type="sibTrans" cxnId="{B7F07BCC-9F68-408F-A77A-82550777AD32}">
      <dgm:prSet/>
      <dgm:spPr/>
      <dgm:t>
        <a:bodyPr/>
        <a:lstStyle/>
        <a:p>
          <a:endParaRPr lang="en-US"/>
        </a:p>
      </dgm:t>
    </dgm:pt>
    <dgm:pt modelId="{02BC1530-9A9A-40DC-AF0E-28255CB042AD}">
      <dgm:prSet phldrT="[Text]"/>
      <dgm:spPr/>
      <dgm:t>
        <a:bodyPr/>
        <a:lstStyle/>
        <a:p>
          <a:r>
            <a:rPr lang="en-US" dirty="0" err="1" smtClean="0"/>
            <a:t>Labview</a:t>
          </a:r>
          <a:r>
            <a:rPr lang="en-US" dirty="0" smtClean="0"/>
            <a:t> Toolkit</a:t>
          </a:r>
          <a:endParaRPr lang="en-US" dirty="0"/>
        </a:p>
      </dgm:t>
    </dgm:pt>
    <dgm:pt modelId="{34811DDF-BA9C-44B8-99EE-3614B9032C9A}" type="parTrans" cxnId="{EBF8E672-574B-4E8A-BC8A-80773DC4BAAA}">
      <dgm:prSet/>
      <dgm:spPr/>
      <dgm:t>
        <a:bodyPr/>
        <a:lstStyle/>
        <a:p>
          <a:endParaRPr lang="en-US"/>
        </a:p>
      </dgm:t>
    </dgm:pt>
    <dgm:pt modelId="{CA77C6E1-9A08-4095-952A-2C9DFD55FB2A}" type="sibTrans" cxnId="{EBF8E672-574B-4E8A-BC8A-80773DC4BAAA}">
      <dgm:prSet/>
      <dgm:spPr/>
      <dgm:t>
        <a:bodyPr/>
        <a:lstStyle/>
        <a:p>
          <a:endParaRPr lang="en-US"/>
        </a:p>
      </dgm:t>
    </dgm:pt>
    <dgm:pt modelId="{A1A71206-E328-4BF2-850B-B163231C6F28}">
      <dgm:prSet/>
      <dgm:spPr/>
      <dgm:t>
        <a:bodyPr/>
        <a:lstStyle/>
        <a:p>
          <a:r>
            <a:rPr lang="en-US" dirty="0" err="1" smtClean="0"/>
            <a:t>RoboLab</a:t>
          </a:r>
          <a:r>
            <a:rPr lang="en-US" dirty="0" smtClean="0"/>
            <a:t> 2.9</a:t>
          </a:r>
          <a:endParaRPr lang="en-US" dirty="0"/>
        </a:p>
      </dgm:t>
    </dgm:pt>
    <dgm:pt modelId="{4736F71A-55BA-49A1-A559-A2CF02DF8C04}" type="parTrans" cxnId="{1D0236BA-122B-4CCF-8D26-C7B0CC42462B}">
      <dgm:prSet/>
      <dgm:spPr/>
      <dgm:t>
        <a:bodyPr/>
        <a:lstStyle/>
        <a:p>
          <a:endParaRPr lang="en-US"/>
        </a:p>
      </dgm:t>
    </dgm:pt>
    <dgm:pt modelId="{3F2DFB6E-DF86-4DA2-8D8B-6DF459B1A3A6}" type="sibTrans" cxnId="{1D0236BA-122B-4CCF-8D26-C7B0CC42462B}">
      <dgm:prSet/>
      <dgm:spPr/>
      <dgm:t>
        <a:bodyPr/>
        <a:lstStyle/>
        <a:p>
          <a:endParaRPr lang="en-US"/>
        </a:p>
      </dgm:t>
    </dgm:pt>
    <dgm:pt modelId="{D95F3E08-2F0B-4220-8145-645FD437669D}">
      <dgm:prSet/>
      <dgm:spPr/>
      <dgm:t>
        <a:bodyPr/>
        <a:lstStyle/>
        <a:p>
          <a:r>
            <a:rPr lang="en-US" dirty="0" smtClean="0"/>
            <a:t>NXC</a:t>
          </a:r>
          <a:endParaRPr lang="en-US" dirty="0"/>
        </a:p>
      </dgm:t>
    </dgm:pt>
    <dgm:pt modelId="{FA065BF7-9A0C-4562-B2D6-030E706F7E1E}" type="parTrans" cxnId="{B7FEF5B1-7989-4170-B33A-C71F74CB2FD1}">
      <dgm:prSet/>
      <dgm:spPr/>
      <dgm:t>
        <a:bodyPr/>
        <a:lstStyle/>
        <a:p>
          <a:endParaRPr lang="en-US" dirty="0"/>
        </a:p>
      </dgm:t>
    </dgm:pt>
    <dgm:pt modelId="{DD8C97B0-CA5C-4D23-88A1-D7669C71DA68}" type="sibTrans" cxnId="{B7FEF5B1-7989-4170-B33A-C71F74CB2FD1}">
      <dgm:prSet/>
      <dgm:spPr/>
      <dgm:t>
        <a:bodyPr/>
        <a:lstStyle/>
        <a:p>
          <a:endParaRPr lang="en-US"/>
        </a:p>
      </dgm:t>
    </dgm:pt>
    <dgm:pt modelId="{98072ECA-B20F-42CD-86FF-831B25D486D5}">
      <dgm:prSet/>
      <dgm:spPr/>
      <dgm:t>
        <a:bodyPr/>
        <a:lstStyle/>
        <a:p>
          <a:r>
            <a:rPr lang="en-US" dirty="0" smtClean="0"/>
            <a:t>NXC</a:t>
          </a:r>
          <a:endParaRPr lang="en-US" dirty="0"/>
        </a:p>
      </dgm:t>
    </dgm:pt>
    <dgm:pt modelId="{50885B9D-8B8C-4A84-A6EC-B7AFEB5D349A}" type="parTrans" cxnId="{42BD1F88-6A16-4412-8FDF-F4F7FEDDAF9E}">
      <dgm:prSet/>
      <dgm:spPr/>
      <dgm:t>
        <a:bodyPr/>
        <a:lstStyle/>
        <a:p>
          <a:endParaRPr lang="en-US" dirty="0"/>
        </a:p>
      </dgm:t>
    </dgm:pt>
    <dgm:pt modelId="{24C9182E-EC7A-460C-A2CD-69EA15F733DC}" type="sibTrans" cxnId="{42BD1F88-6A16-4412-8FDF-F4F7FEDDAF9E}">
      <dgm:prSet/>
      <dgm:spPr/>
      <dgm:t>
        <a:bodyPr/>
        <a:lstStyle/>
        <a:p>
          <a:endParaRPr lang="en-US"/>
        </a:p>
      </dgm:t>
    </dgm:pt>
    <dgm:pt modelId="{83AB9424-4B10-4B1A-BB83-7A880E936786}">
      <dgm:prSet phldrT="[Text]"/>
      <dgm:spPr/>
      <dgm:t>
        <a:bodyPr/>
        <a:lstStyle/>
        <a:p>
          <a:r>
            <a:rPr lang="en-US" dirty="0" err="1" smtClean="0"/>
            <a:t>leJOS</a:t>
          </a:r>
          <a:endParaRPr lang="en-US" dirty="0"/>
        </a:p>
      </dgm:t>
    </dgm:pt>
    <dgm:pt modelId="{1F38D5EE-CD07-4AB8-BE02-8C709C765D1E}" type="sibTrans" cxnId="{3F27CF57-DAFE-4897-A7AA-BDD89DFF7D90}">
      <dgm:prSet/>
      <dgm:spPr/>
      <dgm:t>
        <a:bodyPr/>
        <a:lstStyle/>
        <a:p>
          <a:endParaRPr lang="en-US"/>
        </a:p>
      </dgm:t>
    </dgm:pt>
    <dgm:pt modelId="{7493600B-ABFF-43A3-BE0F-0ABF9B94A30F}" type="parTrans" cxnId="{3F27CF57-DAFE-4897-A7AA-BDD89DFF7D90}">
      <dgm:prSet/>
      <dgm:spPr/>
      <dgm:t>
        <a:bodyPr/>
        <a:lstStyle/>
        <a:p>
          <a:endParaRPr lang="en-US"/>
        </a:p>
      </dgm:t>
    </dgm:pt>
    <dgm:pt modelId="{EF7DB3D1-344B-442D-AF19-856791FFBAAA}">
      <dgm:prSet/>
      <dgm:spPr/>
      <dgm:t>
        <a:bodyPr/>
        <a:lstStyle/>
        <a:p>
          <a:r>
            <a:rPr lang="en-US" dirty="0" err="1" smtClean="0"/>
            <a:t>RoboLab</a:t>
          </a:r>
          <a:r>
            <a:rPr lang="en-US" dirty="0" smtClean="0"/>
            <a:t> 2.9</a:t>
          </a:r>
          <a:endParaRPr lang="en-US" dirty="0"/>
        </a:p>
      </dgm:t>
    </dgm:pt>
    <dgm:pt modelId="{7F0A6E89-FF18-4128-9D98-40AB9EBE92C2}" type="parTrans" cxnId="{AC13A191-3B5E-437E-8765-E5E209363F9C}">
      <dgm:prSet/>
      <dgm:spPr/>
      <dgm:t>
        <a:bodyPr/>
        <a:lstStyle/>
        <a:p>
          <a:endParaRPr lang="en-US"/>
        </a:p>
      </dgm:t>
    </dgm:pt>
    <dgm:pt modelId="{93AF5D76-8002-46B8-B289-9C3ADC54BC9E}" type="sibTrans" cxnId="{AC13A191-3B5E-437E-8765-E5E209363F9C}">
      <dgm:prSet/>
      <dgm:spPr/>
      <dgm:t>
        <a:bodyPr/>
        <a:lstStyle/>
        <a:p>
          <a:endParaRPr lang="en-US"/>
        </a:p>
      </dgm:t>
    </dgm:pt>
    <dgm:pt modelId="{D58A1D26-81AA-4B92-BD31-CF4D8862FD63}">
      <dgm:prSet/>
      <dgm:spPr/>
      <dgm:t>
        <a:bodyPr/>
        <a:lstStyle/>
        <a:p>
          <a:r>
            <a:rPr lang="en-US" dirty="0" smtClean="0"/>
            <a:t>NXT-G</a:t>
          </a:r>
          <a:endParaRPr lang="en-US" dirty="0"/>
        </a:p>
      </dgm:t>
    </dgm:pt>
    <dgm:pt modelId="{9F9B45B0-D1E1-4A46-ADBC-E30F9AA31783}" type="parTrans" cxnId="{64F0CBE2-4FF8-48FC-81D2-068DC8ADF8D0}">
      <dgm:prSet/>
      <dgm:spPr/>
      <dgm:t>
        <a:bodyPr/>
        <a:lstStyle/>
        <a:p>
          <a:endParaRPr lang="en-US"/>
        </a:p>
      </dgm:t>
    </dgm:pt>
    <dgm:pt modelId="{68A654D0-E3F2-4C3B-B810-9DC750FA62DB}" type="sibTrans" cxnId="{64F0CBE2-4FF8-48FC-81D2-068DC8ADF8D0}">
      <dgm:prSet/>
      <dgm:spPr/>
      <dgm:t>
        <a:bodyPr/>
        <a:lstStyle/>
        <a:p>
          <a:endParaRPr lang="en-US"/>
        </a:p>
      </dgm:t>
    </dgm:pt>
    <dgm:pt modelId="{95188ACB-CA69-4683-852C-C1712BD0FC01}" type="pres">
      <dgm:prSet presAssocID="{02891142-86A3-4A5E-954C-F93912948AC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B650C29-7014-47CB-B813-2967292C5092}" type="pres">
      <dgm:prSet presAssocID="{51D99012-0624-4A82-9F03-F8E8CA5F6EDB}" presName="root1" presStyleCnt="0"/>
      <dgm:spPr/>
    </dgm:pt>
    <dgm:pt modelId="{1EB73701-D7FA-4EF7-8095-6809B55F4509}" type="pres">
      <dgm:prSet presAssocID="{51D99012-0624-4A82-9F03-F8E8CA5F6EDB}" presName="LevelOneTextNode" presStyleLbl="node0" presStyleIdx="0" presStyleCnt="1" custLinFactNeighborX="-16511" custLinFactNeighborY="-347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F8EF884-1296-40F0-841E-B576EADE55E7}" type="pres">
      <dgm:prSet presAssocID="{51D99012-0624-4A82-9F03-F8E8CA5F6EDB}" presName="level2hierChild" presStyleCnt="0"/>
      <dgm:spPr/>
    </dgm:pt>
    <dgm:pt modelId="{D2A9A023-5752-46F2-BBB2-D09ED151C3CB}" type="pres">
      <dgm:prSet presAssocID="{4F317FF4-55C9-4053-A03F-10EFB6E83061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EF386CE0-867D-42CC-8A8A-773FD28CB4BD}" type="pres">
      <dgm:prSet presAssocID="{4F317FF4-55C9-4053-A03F-10EFB6E83061}" presName="connTx" presStyleLbl="parChTrans1D2" presStyleIdx="0" presStyleCnt="2"/>
      <dgm:spPr/>
      <dgm:t>
        <a:bodyPr/>
        <a:lstStyle/>
        <a:p>
          <a:endParaRPr lang="en-US"/>
        </a:p>
      </dgm:t>
    </dgm:pt>
    <dgm:pt modelId="{75246C92-A7CB-43CD-B35B-02000E1B8EBD}" type="pres">
      <dgm:prSet presAssocID="{20046028-65BB-4FE0-9EE5-8F018983C26B}" presName="root2" presStyleCnt="0"/>
      <dgm:spPr/>
    </dgm:pt>
    <dgm:pt modelId="{6C3404CF-BADF-4362-BADE-4CE3DAC06CE4}" type="pres">
      <dgm:prSet presAssocID="{20046028-65BB-4FE0-9EE5-8F018983C26B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1D2A214-A92E-495E-833B-E75A5088EF8B}" type="pres">
      <dgm:prSet presAssocID="{20046028-65BB-4FE0-9EE5-8F018983C26B}" presName="level3hierChild" presStyleCnt="0"/>
      <dgm:spPr/>
    </dgm:pt>
    <dgm:pt modelId="{11CE6B61-E76F-4D18-9F62-F4CB218D268B}" type="pres">
      <dgm:prSet presAssocID="{FA065BF7-9A0C-4562-B2D6-030E706F7E1E}" presName="conn2-1" presStyleLbl="parChTrans1D3" presStyleIdx="0" presStyleCnt="4"/>
      <dgm:spPr/>
      <dgm:t>
        <a:bodyPr/>
        <a:lstStyle/>
        <a:p>
          <a:endParaRPr lang="en-US"/>
        </a:p>
      </dgm:t>
    </dgm:pt>
    <dgm:pt modelId="{AF27B710-E061-4CCD-AF71-767FF0BCA8B9}" type="pres">
      <dgm:prSet presAssocID="{FA065BF7-9A0C-4562-B2D6-030E706F7E1E}" presName="connTx" presStyleLbl="parChTrans1D3" presStyleIdx="0" presStyleCnt="4"/>
      <dgm:spPr/>
      <dgm:t>
        <a:bodyPr/>
        <a:lstStyle/>
        <a:p>
          <a:endParaRPr lang="en-US"/>
        </a:p>
      </dgm:t>
    </dgm:pt>
    <dgm:pt modelId="{D99D85B5-026C-4BFB-9AE4-B01F641DC76E}" type="pres">
      <dgm:prSet presAssocID="{D95F3E08-2F0B-4220-8145-645FD437669D}" presName="root2" presStyleCnt="0"/>
      <dgm:spPr/>
    </dgm:pt>
    <dgm:pt modelId="{F68DB908-0B77-4A44-8C4C-EA25453DCFD2}" type="pres">
      <dgm:prSet presAssocID="{D95F3E08-2F0B-4220-8145-645FD437669D}" presName="LevelTwoTextNode" presStyleLbl="node3" presStyleIdx="0" presStyleCnt="4" custLinFactNeighborX="-1210" custLinFactNeighborY="-2459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AB5BF06-3588-4E7C-8563-2B8102E6C6F7}" type="pres">
      <dgm:prSet presAssocID="{D95F3E08-2F0B-4220-8145-645FD437669D}" presName="level3hierChild" presStyleCnt="0"/>
      <dgm:spPr/>
    </dgm:pt>
    <dgm:pt modelId="{CBDD53DE-1FA2-4794-B470-7B9CDB3CC5D0}" type="pres">
      <dgm:prSet presAssocID="{50885B9D-8B8C-4A84-A6EC-B7AFEB5D349A}" presName="conn2-1" presStyleLbl="parChTrans1D4" presStyleIdx="0" presStyleCnt="4"/>
      <dgm:spPr/>
      <dgm:t>
        <a:bodyPr/>
        <a:lstStyle/>
        <a:p>
          <a:endParaRPr lang="en-US"/>
        </a:p>
      </dgm:t>
    </dgm:pt>
    <dgm:pt modelId="{A6123B76-C6CE-4E12-BD05-F20099262C4D}" type="pres">
      <dgm:prSet presAssocID="{50885B9D-8B8C-4A84-A6EC-B7AFEB5D349A}" presName="connTx" presStyleLbl="parChTrans1D4" presStyleIdx="0" presStyleCnt="4"/>
      <dgm:spPr/>
      <dgm:t>
        <a:bodyPr/>
        <a:lstStyle/>
        <a:p>
          <a:endParaRPr lang="en-US"/>
        </a:p>
      </dgm:t>
    </dgm:pt>
    <dgm:pt modelId="{348A1A06-6E42-465C-8563-2DD534623C0E}" type="pres">
      <dgm:prSet presAssocID="{98072ECA-B20F-42CD-86FF-831B25D486D5}" presName="root2" presStyleCnt="0"/>
      <dgm:spPr/>
    </dgm:pt>
    <dgm:pt modelId="{5AD2422A-0A1F-477A-8EAF-7B65ADF163D9}" type="pres">
      <dgm:prSet presAssocID="{98072ECA-B20F-42CD-86FF-831B25D486D5}" presName="LevelTwoTextNode" presStyleLbl="node4" presStyleIdx="0" presStyleCnt="4" custLinFactNeighborX="-1627" custLinFactNeighborY="-6038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9AF8871-3F7F-481A-9DE7-59362433C52C}" type="pres">
      <dgm:prSet presAssocID="{98072ECA-B20F-42CD-86FF-831B25D486D5}" presName="level3hierChild" presStyleCnt="0"/>
      <dgm:spPr/>
    </dgm:pt>
    <dgm:pt modelId="{85753640-B976-43FE-867B-552ADB44657A}" type="pres">
      <dgm:prSet presAssocID="{F386FBD8-C927-4641-AC26-03615E1C7B44}" presName="conn2-1" presStyleLbl="parChTrans1D4" presStyleIdx="1" presStyleCnt="4"/>
      <dgm:spPr/>
      <dgm:t>
        <a:bodyPr/>
        <a:lstStyle/>
        <a:p>
          <a:endParaRPr lang="en-US"/>
        </a:p>
      </dgm:t>
    </dgm:pt>
    <dgm:pt modelId="{B796B21C-E93F-4400-9217-54F0597EEB8A}" type="pres">
      <dgm:prSet presAssocID="{F386FBD8-C927-4641-AC26-03615E1C7B44}" presName="connTx" presStyleLbl="parChTrans1D4" presStyleIdx="1" presStyleCnt="4"/>
      <dgm:spPr/>
      <dgm:t>
        <a:bodyPr/>
        <a:lstStyle/>
        <a:p>
          <a:endParaRPr lang="en-US"/>
        </a:p>
      </dgm:t>
    </dgm:pt>
    <dgm:pt modelId="{918D4574-132B-4CE6-AE86-2A60E0E89C57}" type="pres">
      <dgm:prSet presAssocID="{FBB96F69-64B6-489B-B9A2-8242B7105427}" presName="root2" presStyleCnt="0"/>
      <dgm:spPr/>
    </dgm:pt>
    <dgm:pt modelId="{EF048705-9C66-4C9D-8F6D-310C167ADBBB}" type="pres">
      <dgm:prSet presAssocID="{FBB96F69-64B6-489B-B9A2-8242B7105427}" presName="LevelTwoTextNode" presStyleLbl="node4" presStyleIdx="1" presStyleCnt="4" custLinFactNeighborX="-1627" custLinFactNeighborY="145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34532FD-D8E8-4FF2-A5D2-FA45FFC5C49A}" type="pres">
      <dgm:prSet presAssocID="{FBB96F69-64B6-489B-B9A2-8242B7105427}" presName="level3hierChild" presStyleCnt="0"/>
      <dgm:spPr/>
    </dgm:pt>
    <dgm:pt modelId="{91B8CD73-3CEE-4B27-8B6D-9C1C6213855F}" type="pres">
      <dgm:prSet presAssocID="{7493600B-ABFF-43A3-BE0F-0ABF9B94A30F}" presName="conn2-1" presStyleLbl="parChTrans1D3" presStyleIdx="1" presStyleCnt="4"/>
      <dgm:spPr/>
      <dgm:t>
        <a:bodyPr/>
        <a:lstStyle/>
        <a:p>
          <a:endParaRPr lang="en-US"/>
        </a:p>
      </dgm:t>
    </dgm:pt>
    <dgm:pt modelId="{0ECD5551-E6A8-4317-9E7C-D6A1354A09C0}" type="pres">
      <dgm:prSet presAssocID="{7493600B-ABFF-43A3-BE0F-0ABF9B94A30F}" presName="connTx" presStyleLbl="parChTrans1D3" presStyleIdx="1" presStyleCnt="4"/>
      <dgm:spPr/>
      <dgm:t>
        <a:bodyPr/>
        <a:lstStyle/>
        <a:p>
          <a:endParaRPr lang="en-US"/>
        </a:p>
      </dgm:t>
    </dgm:pt>
    <dgm:pt modelId="{F34586B3-37B6-45DA-88F7-3F23261D9E46}" type="pres">
      <dgm:prSet presAssocID="{83AB9424-4B10-4B1A-BB83-7A880E936786}" presName="root2" presStyleCnt="0"/>
      <dgm:spPr/>
    </dgm:pt>
    <dgm:pt modelId="{990022CD-0A6F-4752-AC4F-A621BE599E2A}" type="pres">
      <dgm:prSet presAssocID="{83AB9424-4B10-4B1A-BB83-7A880E936786}" presName="LevelTwoTextNode" presStyleLbl="node3" presStyleIdx="1" presStyleCnt="4" custLinFactNeighborX="-1210" custLinFactNeighborY="336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855C731-0B4D-4CA8-9C2C-ED8755DC697B}" type="pres">
      <dgm:prSet presAssocID="{83AB9424-4B10-4B1A-BB83-7A880E936786}" presName="level3hierChild" presStyleCnt="0"/>
      <dgm:spPr/>
    </dgm:pt>
    <dgm:pt modelId="{CF521C5B-DA61-4A25-AB2B-F6B34D5134B2}" type="pres">
      <dgm:prSet presAssocID="{445423B1-CC65-4C28-AF5C-CF04619FB62D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C92C6F5F-556A-44B3-8D2B-685360896C6A}" type="pres">
      <dgm:prSet presAssocID="{445423B1-CC65-4C28-AF5C-CF04619FB62D}" presName="connTx" presStyleLbl="parChTrans1D2" presStyleIdx="1" presStyleCnt="2"/>
      <dgm:spPr/>
      <dgm:t>
        <a:bodyPr/>
        <a:lstStyle/>
        <a:p>
          <a:endParaRPr lang="en-US"/>
        </a:p>
      </dgm:t>
    </dgm:pt>
    <dgm:pt modelId="{9313E332-9759-48AE-AFC1-0B207A2EC0C5}" type="pres">
      <dgm:prSet presAssocID="{3ABA62C1-2983-4A48-AB21-13283D67E2FD}" presName="root2" presStyleCnt="0"/>
      <dgm:spPr/>
    </dgm:pt>
    <dgm:pt modelId="{3086DD60-A50C-4ED2-B2E9-758A64752AF7}" type="pres">
      <dgm:prSet presAssocID="{3ABA62C1-2983-4A48-AB21-13283D67E2FD}" presName="LevelTwoTextNode" presStyleLbl="node2" presStyleIdx="1" presStyleCnt="2" custLinFactNeighborX="-793" custLinFactNeighborY="3855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9921042-9CE4-4FA1-95A5-201A07251E69}" type="pres">
      <dgm:prSet presAssocID="{3ABA62C1-2983-4A48-AB21-13283D67E2FD}" presName="level3hierChild" presStyleCnt="0"/>
      <dgm:spPr/>
    </dgm:pt>
    <dgm:pt modelId="{88D73BA0-5B6D-4A36-8578-6F44E9A691AF}" type="pres">
      <dgm:prSet presAssocID="{4736F71A-55BA-49A1-A559-A2CF02DF8C04}" presName="conn2-1" presStyleLbl="parChTrans1D3" presStyleIdx="2" presStyleCnt="4"/>
      <dgm:spPr/>
      <dgm:t>
        <a:bodyPr/>
        <a:lstStyle/>
        <a:p>
          <a:endParaRPr lang="en-US"/>
        </a:p>
      </dgm:t>
    </dgm:pt>
    <dgm:pt modelId="{C8FE7FEB-DCEA-4503-8BBA-FFC2DD357AFF}" type="pres">
      <dgm:prSet presAssocID="{4736F71A-55BA-49A1-A559-A2CF02DF8C04}" presName="connTx" presStyleLbl="parChTrans1D3" presStyleIdx="2" presStyleCnt="4"/>
      <dgm:spPr/>
      <dgm:t>
        <a:bodyPr/>
        <a:lstStyle/>
        <a:p>
          <a:endParaRPr lang="en-US"/>
        </a:p>
      </dgm:t>
    </dgm:pt>
    <dgm:pt modelId="{A8FAA517-EF35-4BC3-B1F7-E5E94F15EA99}" type="pres">
      <dgm:prSet presAssocID="{A1A71206-E328-4BF2-850B-B163231C6F28}" presName="root2" presStyleCnt="0"/>
      <dgm:spPr/>
    </dgm:pt>
    <dgm:pt modelId="{8B6FCD2F-F83B-4F14-9A36-2FF56D20CDF4}" type="pres">
      <dgm:prSet presAssocID="{A1A71206-E328-4BF2-850B-B163231C6F28}" presName="LevelTwoTextNode" presStyleLbl="node3" presStyleIdx="2" presStyleCnt="4" custLinFactNeighborX="-1210" custLinFactNeighborY="3812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45F1C7A-3B25-4F2F-9F98-801BF2BD79BF}" type="pres">
      <dgm:prSet presAssocID="{A1A71206-E328-4BF2-850B-B163231C6F28}" presName="level3hierChild" presStyleCnt="0"/>
      <dgm:spPr/>
    </dgm:pt>
    <dgm:pt modelId="{658EF0BB-7ED2-418A-8A4A-4485B419A143}" type="pres">
      <dgm:prSet presAssocID="{7F0A6E89-FF18-4128-9D98-40AB9EBE92C2}" presName="conn2-1" presStyleLbl="parChTrans1D4" presStyleIdx="2" presStyleCnt="4"/>
      <dgm:spPr/>
      <dgm:t>
        <a:bodyPr/>
        <a:lstStyle/>
        <a:p>
          <a:endParaRPr lang="en-US"/>
        </a:p>
      </dgm:t>
    </dgm:pt>
    <dgm:pt modelId="{23BF8BE6-D2E0-46E5-916A-867E187402E7}" type="pres">
      <dgm:prSet presAssocID="{7F0A6E89-FF18-4128-9D98-40AB9EBE92C2}" presName="connTx" presStyleLbl="parChTrans1D4" presStyleIdx="2" presStyleCnt="4"/>
      <dgm:spPr/>
      <dgm:t>
        <a:bodyPr/>
        <a:lstStyle/>
        <a:p>
          <a:endParaRPr lang="en-US"/>
        </a:p>
      </dgm:t>
    </dgm:pt>
    <dgm:pt modelId="{369DC03E-5892-41D7-81D4-2337AB4A3C18}" type="pres">
      <dgm:prSet presAssocID="{EF7DB3D1-344B-442D-AF19-856791FFBAAA}" presName="root2" presStyleCnt="0"/>
      <dgm:spPr/>
    </dgm:pt>
    <dgm:pt modelId="{1A1B0392-11C1-459A-8EFF-5177F1362F98}" type="pres">
      <dgm:prSet presAssocID="{EF7DB3D1-344B-442D-AF19-856791FFBAAA}" presName="LevelTwoTextNode" presStyleLbl="node4" presStyleIdx="2" presStyleCnt="4" custLinFactNeighborY="1722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92BFC0D-8808-4897-95BC-9D81B68F88FB}" type="pres">
      <dgm:prSet presAssocID="{EF7DB3D1-344B-442D-AF19-856791FFBAAA}" presName="level3hierChild" presStyleCnt="0"/>
      <dgm:spPr/>
    </dgm:pt>
    <dgm:pt modelId="{9310B561-D4C7-412E-843D-59F5A7A46BF6}" type="pres">
      <dgm:prSet presAssocID="{9F9B45B0-D1E1-4A46-ADBC-E30F9AA31783}" presName="conn2-1" presStyleLbl="parChTrans1D4" presStyleIdx="3" presStyleCnt="4"/>
      <dgm:spPr/>
      <dgm:t>
        <a:bodyPr/>
        <a:lstStyle/>
        <a:p>
          <a:endParaRPr lang="en-US"/>
        </a:p>
      </dgm:t>
    </dgm:pt>
    <dgm:pt modelId="{8BF62950-3D18-4FC6-8054-A5F9BBE0E7AA}" type="pres">
      <dgm:prSet presAssocID="{9F9B45B0-D1E1-4A46-ADBC-E30F9AA31783}" presName="connTx" presStyleLbl="parChTrans1D4" presStyleIdx="3" presStyleCnt="4"/>
      <dgm:spPr/>
      <dgm:t>
        <a:bodyPr/>
        <a:lstStyle/>
        <a:p>
          <a:endParaRPr lang="en-US"/>
        </a:p>
      </dgm:t>
    </dgm:pt>
    <dgm:pt modelId="{040C1BC7-5C6D-4D0C-B240-013B8FA6340B}" type="pres">
      <dgm:prSet presAssocID="{D58A1D26-81AA-4B92-BD31-CF4D8862FD63}" presName="root2" presStyleCnt="0"/>
      <dgm:spPr/>
    </dgm:pt>
    <dgm:pt modelId="{C5713C09-BD98-4784-A0DE-1D948B0CD843}" type="pres">
      <dgm:prSet presAssocID="{D58A1D26-81AA-4B92-BD31-CF4D8862FD63}" presName="LevelTwoTextNode" presStyleLbl="node4" presStyleIdx="3" presStyleCnt="4" custLinFactNeighborX="403" custLinFactNeighborY="9215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01726E0-5607-4C0D-B6C8-81722845B8BF}" type="pres">
      <dgm:prSet presAssocID="{D58A1D26-81AA-4B92-BD31-CF4D8862FD63}" presName="level3hierChild" presStyleCnt="0"/>
      <dgm:spPr/>
    </dgm:pt>
    <dgm:pt modelId="{C9E8FA97-4131-4662-8867-C3619DDD985F}" type="pres">
      <dgm:prSet presAssocID="{34811DDF-BA9C-44B8-99EE-3614B9032C9A}" presName="conn2-1" presStyleLbl="parChTrans1D3" presStyleIdx="3" presStyleCnt="4"/>
      <dgm:spPr/>
      <dgm:t>
        <a:bodyPr/>
        <a:lstStyle/>
        <a:p>
          <a:endParaRPr lang="en-US"/>
        </a:p>
      </dgm:t>
    </dgm:pt>
    <dgm:pt modelId="{97CC47CD-82C0-4CB8-A792-6E9049F1B127}" type="pres">
      <dgm:prSet presAssocID="{34811DDF-BA9C-44B8-99EE-3614B9032C9A}" presName="connTx" presStyleLbl="parChTrans1D3" presStyleIdx="3" presStyleCnt="4"/>
      <dgm:spPr/>
      <dgm:t>
        <a:bodyPr/>
        <a:lstStyle/>
        <a:p>
          <a:endParaRPr lang="en-US"/>
        </a:p>
      </dgm:t>
    </dgm:pt>
    <dgm:pt modelId="{7263E02F-D435-4FE2-B1D9-4F16E580F08F}" type="pres">
      <dgm:prSet presAssocID="{02BC1530-9A9A-40DC-AF0E-28255CB042AD}" presName="root2" presStyleCnt="0"/>
      <dgm:spPr/>
    </dgm:pt>
    <dgm:pt modelId="{914544C9-6A9D-4314-BDAE-85269F1A5B73}" type="pres">
      <dgm:prSet presAssocID="{02BC1530-9A9A-40DC-AF0E-28255CB042AD}" presName="LevelTwoTextNode" presStyleLbl="node3" presStyleIdx="3" presStyleCnt="4" custLinFactNeighborX="-1210" custLinFactNeighborY="6695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6FEE089-F1C9-4B1C-94DD-B761FEC7B77E}" type="pres">
      <dgm:prSet presAssocID="{02BC1530-9A9A-40DC-AF0E-28255CB042AD}" presName="level3hierChild" presStyleCnt="0"/>
      <dgm:spPr/>
    </dgm:pt>
  </dgm:ptLst>
  <dgm:cxnLst>
    <dgm:cxn modelId="{45B48344-277D-40C3-A3B5-459FD7435D1A}" type="presOf" srcId="{D58A1D26-81AA-4B92-BD31-CF4D8862FD63}" destId="{C5713C09-BD98-4784-A0DE-1D948B0CD843}" srcOrd="0" destOrd="0" presId="urn:microsoft.com/office/officeart/2005/8/layout/hierarchy2"/>
    <dgm:cxn modelId="{446C2FA5-24F4-461D-ACF9-E422A4B9B1C9}" srcId="{D95F3E08-2F0B-4220-8145-645FD437669D}" destId="{FBB96F69-64B6-489B-B9A2-8242B7105427}" srcOrd="1" destOrd="0" parTransId="{F386FBD8-C927-4641-AC26-03615E1C7B44}" sibTransId="{303E9BA1-46F3-4D8C-8D1D-F3A65CD49AC4}"/>
    <dgm:cxn modelId="{115938A8-F379-455A-AA4A-071CADF1D237}" type="presOf" srcId="{51D99012-0624-4A82-9F03-F8E8CA5F6EDB}" destId="{1EB73701-D7FA-4EF7-8095-6809B55F4509}" srcOrd="0" destOrd="0" presId="urn:microsoft.com/office/officeart/2005/8/layout/hierarchy2"/>
    <dgm:cxn modelId="{B7FEF5B1-7989-4170-B33A-C71F74CB2FD1}" srcId="{20046028-65BB-4FE0-9EE5-8F018983C26B}" destId="{D95F3E08-2F0B-4220-8145-645FD437669D}" srcOrd="0" destOrd="0" parTransId="{FA065BF7-9A0C-4562-B2D6-030E706F7E1E}" sibTransId="{DD8C97B0-CA5C-4D23-88A1-D7669C71DA68}"/>
    <dgm:cxn modelId="{E68631B0-F577-40A1-ACA4-9A3EED035CF2}" type="presOf" srcId="{EF7DB3D1-344B-442D-AF19-856791FFBAAA}" destId="{1A1B0392-11C1-459A-8EFF-5177F1362F98}" srcOrd="0" destOrd="0" presId="urn:microsoft.com/office/officeart/2005/8/layout/hierarchy2"/>
    <dgm:cxn modelId="{9855899E-E8EF-4078-BB3E-5890443CC1EC}" type="presOf" srcId="{20046028-65BB-4FE0-9EE5-8F018983C26B}" destId="{6C3404CF-BADF-4362-BADE-4CE3DAC06CE4}" srcOrd="0" destOrd="0" presId="urn:microsoft.com/office/officeart/2005/8/layout/hierarchy2"/>
    <dgm:cxn modelId="{ED55FE2A-CF27-49C5-A627-40E0D41C34BB}" type="presOf" srcId="{4736F71A-55BA-49A1-A559-A2CF02DF8C04}" destId="{C8FE7FEB-DCEA-4503-8BBA-FFC2DD357AFF}" srcOrd="1" destOrd="0" presId="urn:microsoft.com/office/officeart/2005/8/layout/hierarchy2"/>
    <dgm:cxn modelId="{64F0CBE2-4FF8-48FC-81D2-068DC8ADF8D0}" srcId="{A1A71206-E328-4BF2-850B-B163231C6F28}" destId="{D58A1D26-81AA-4B92-BD31-CF4D8862FD63}" srcOrd="1" destOrd="0" parTransId="{9F9B45B0-D1E1-4A46-ADBC-E30F9AA31783}" sibTransId="{68A654D0-E3F2-4C3B-B810-9DC750FA62DB}"/>
    <dgm:cxn modelId="{26401037-ADEA-4D2D-971D-BA0BB9CDD75B}" type="presOf" srcId="{83AB9424-4B10-4B1A-BB83-7A880E936786}" destId="{990022CD-0A6F-4752-AC4F-A621BE599E2A}" srcOrd="0" destOrd="0" presId="urn:microsoft.com/office/officeart/2005/8/layout/hierarchy2"/>
    <dgm:cxn modelId="{A1F789E4-AD1D-4860-9705-1D7719CC647B}" type="presOf" srcId="{FBB96F69-64B6-489B-B9A2-8242B7105427}" destId="{EF048705-9C66-4C9D-8F6D-310C167ADBBB}" srcOrd="0" destOrd="0" presId="urn:microsoft.com/office/officeart/2005/8/layout/hierarchy2"/>
    <dgm:cxn modelId="{EB590730-576D-4927-AFC6-320D2D367D8A}" type="presOf" srcId="{98072ECA-B20F-42CD-86FF-831B25D486D5}" destId="{5AD2422A-0A1F-477A-8EAF-7B65ADF163D9}" srcOrd="0" destOrd="0" presId="urn:microsoft.com/office/officeart/2005/8/layout/hierarchy2"/>
    <dgm:cxn modelId="{3F27CF57-DAFE-4897-A7AA-BDD89DFF7D90}" srcId="{20046028-65BB-4FE0-9EE5-8F018983C26B}" destId="{83AB9424-4B10-4B1A-BB83-7A880E936786}" srcOrd="1" destOrd="0" parTransId="{7493600B-ABFF-43A3-BE0F-0ABF9B94A30F}" sibTransId="{1F38D5EE-CD07-4AB8-BE02-8C709C765D1E}"/>
    <dgm:cxn modelId="{7E6ECFEA-82F4-40FC-A4CD-66727EC7A0B7}" type="presOf" srcId="{D95F3E08-2F0B-4220-8145-645FD437669D}" destId="{F68DB908-0B77-4A44-8C4C-EA25453DCFD2}" srcOrd="0" destOrd="0" presId="urn:microsoft.com/office/officeart/2005/8/layout/hierarchy2"/>
    <dgm:cxn modelId="{91024BFF-5ECA-4A1F-B433-D5B6C70639E2}" type="presOf" srcId="{7F0A6E89-FF18-4128-9D98-40AB9EBE92C2}" destId="{658EF0BB-7ED2-418A-8A4A-4485B419A143}" srcOrd="0" destOrd="0" presId="urn:microsoft.com/office/officeart/2005/8/layout/hierarchy2"/>
    <dgm:cxn modelId="{A172797F-CF0A-48E9-8CEE-3751E80B0AEF}" type="presOf" srcId="{4F317FF4-55C9-4053-A03F-10EFB6E83061}" destId="{D2A9A023-5752-46F2-BBB2-D09ED151C3CB}" srcOrd="0" destOrd="0" presId="urn:microsoft.com/office/officeart/2005/8/layout/hierarchy2"/>
    <dgm:cxn modelId="{B7F07BCC-9F68-408F-A77A-82550777AD32}" srcId="{51D99012-0624-4A82-9F03-F8E8CA5F6EDB}" destId="{3ABA62C1-2983-4A48-AB21-13283D67E2FD}" srcOrd="1" destOrd="0" parTransId="{445423B1-CC65-4C28-AF5C-CF04619FB62D}" sibTransId="{96815CD8-E0E3-458A-BE6C-69313630562C}"/>
    <dgm:cxn modelId="{EBF8E672-574B-4E8A-BC8A-80773DC4BAAA}" srcId="{3ABA62C1-2983-4A48-AB21-13283D67E2FD}" destId="{02BC1530-9A9A-40DC-AF0E-28255CB042AD}" srcOrd="1" destOrd="0" parTransId="{34811DDF-BA9C-44B8-99EE-3614B9032C9A}" sibTransId="{CA77C6E1-9A08-4095-952A-2C9DFD55FB2A}"/>
    <dgm:cxn modelId="{F354971F-70DA-4CA1-A6EC-32130F5864FF}" type="presOf" srcId="{50885B9D-8B8C-4A84-A6EC-B7AFEB5D349A}" destId="{CBDD53DE-1FA2-4794-B470-7B9CDB3CC5D0}" srcOrd="0" destOrd="0" presId="urn:microsoft.com/office/officeart/2005/8/layout/hierarchy2"/>
    <dgm:cxn modelId="{7A953B63-CCC6-4E04-80A0-EE62A6342BE2}" type="presOf" srcId="{4736F71A-55BA-49A1-A559-A2CF02DF8C04}" destId="{88D73BA0-5B6D-4A36-8578-6F44E9A691AF}" srcOrd="0" destOrd="0" presId="urn:microsoft.com/office/officeart/2005/8/layout/hierarchy2"/>
    <dgm:cxn modelId="{1E791268-AE8D-4875-AB48-F2F28768D198}" type="presOf" srcId="{445423B1-CC65-4C28-AF5C-CF04619FB62D}" destId="{CF521C5B-DA61-4A25-AB2B-F6B34D5134B2}" srcOrd="0" destOrd="0" presId="urn:microsoft.com/office/officeart/2005/8/layout/hierarchy2"/>
    <dgm:cxn modelId="{E518B1F1-FF34-4DA7-86E2-31E7233B6E37}" type="presOf" srcId="{34811DDF-BA9C-44B8-99EE-3614B9032C9A}" destId="{C9E8FA97-4131-4662-8867-C3619DDD985F}" srcOrd="0" destOrd="0" presId="urn:microsoft.com/office/officeart/2005/8/layout/hierarchy2"/>
    <dgm:cxn modelId="{C88FCD48-F5A2-49A2-B591-1F28616A5B4C}" type="presOf" srcId="{A1A71206-E328-4BF2-850B-B163231C6F28}" destId="{8B6FCD2F-F83B-4F14-9A36-2FF56D20CDF4}" srcOrd="0" destOrd="0" presId="urn:microsoft.com/office/officeart/2005/8/layout/hierarchy2"/>
    <dgm:cxn modelId="{CB1253DC-2CDD-4CFA-B777-80F47F40FC3B}" srcId="{51D99012-0624-4A82-9F03-F8E8CA5F6EDB}" destId="{20046028-65BB-4FE0-9EE5-8F018983C26B}" srcOrd="0" destOrd="0" parTransId="{4F317FF4-55C9-4053-A03F-10EFB6E83061}" sibTransId="{A2099658-4B36-47B6-A468-4063668B4415}"/>
    <dgm:cxn modelId="{C66B1839-6A5D-4941-96CB-16D613EFF40C}" type="presOf" srcId="{F386FBD8-C927-4641-AC26-03615E1C7B44}" destId="{B796B21C-E93F-4400-9217-54F0597EEB8A}" srcOrd="1" destOrd="0" presId="urn:microsoft.com/office/officeart/2005/8/layout/hierarchy2"/>
    <dgm:cxn modelId="{59E695CD-9B21-481A-9B4D-F6D2433FD7F9}" srcId="{02891142-86A3-4A5E-954C-F93912948AC3}" destId="{51D99012-0624-4A82-9F03-F8E8CA5F6EDB}" srcOrd="0" destOrd="0" parTransId="{4AB486D4-2099-48F0-8D99-03C8B5F8BCB2}" sibTransId="{CFE33ED3-89A0-4E4F-9C23-9F7858849562}"/>
    <dgm:cxn modelId="{E8DC022A-1CA4-4029-8124-93E686135E19}" type="presOf" srcId="{7493600B-ABFF-43A3-BE0F-0ABF9B94A30F}" destId="{0ECD5551-E6A8-4317-9E7C-D6A1354A09C0}" srcOrd="1" destOrd="0" presId="urn:microsoft.com/office/officeart/2005/8/layout/hierarchy2"/>
    <dgm:cxn modelId="{AC13A191-3B5E-437E-8765-E5E209363F9C}" srcId="{A1A71206-E328-4BF2-850B-B163231C6F28}" destId="{EF7DB3D1-344B-442D-AF19-856791FFBAAA}" srcOrd="0" destOrd="0" parTransId="{7F0A6E89-FF18-4128-9D98-40AB9EBE92C2}" sibTransId="{93AF5D76-8002-46B8-B289-9C3ADC54BC9E}"/>
    <dgm:cxn modelId="{269AB053-C2A8-495D-90D3-999A12A80716}" type="presOf" srcId="{445423B1-CC65-4C28-AF5C-CF04619FB62D}" destId="{C92C6F5F-556A-44B3-8D2B-685360896C6A}" srcOrd="1" destOrd="0" presId="urn:microsoft.com/office/officeart/2005/8/layout/hierarchy2"/>
    <dgm:cxn modelId="{6FBAE03E-FA71-4965-AEE6-12710A6FED2D}" type="presOf" srcId="{4F317FF4-55C9-4053-A03F-10EFB6E83061}" destId="{EF386CE0-867D-42CC-8A8A-773FD28CB4BD}" srcOrd="1" destOrd="0" presId="urn:microsoft.com/office/officeart/2005/8/layout/hierarchy2"/>
    <dgm:cxn modelId="{543D8C8C-D867-4ECA-A25B-4B0E54EFC1EE}" type="presOf" srcId="{7493600B-ABFF-43A3-BE0F-0ABF9B94A30F}" destId="{91B8CD73-3CEE-4B27-8B6D-9C1C6213855F}" srcOrd="0" destOrd="0" presId="urn:microsoft.com/office/officeart/2005/8/layout/hierarchy2"/>
    <dgm:cxn modelId="{7AC35D1A-7DEB-4C9B-B29F-E69FDDCACD73}" type="presOf" srcId="{7F0A6E89-FF18-4128-9D98-40AB9EBE92C2}" destId="{23BF8BE6-D2E0-46E5-916A-867E187402E7}" srcOrd="1" destOrd="0" presId="urn:microsoft.com/office/officeart/2005/8/layout/hierarchy2"/>
    <dgm:cxn modelId="{90767332-0305-411F-8DB4-C2565DB05A75}" type="presOf" srcId="{3ABA62C1-2983-4A48-AB21-13283D67E2FD}" destId="{3086DD60-A50C-4ED2-B2E9-758A64752AF7}" srcOrd="0" destOrd="0" presId="urn:microsoft.com/office/officeart/2005/8/layout/hierarchy2"/>
    <dgm:cxn modelId="{67AF528B-BF40-4F73-AAF9-E6B38EAC6062}" type="presOf" srcId="{50885B9D-8B8C-4A84-A6EC-B7AFEB5D349A}" destId="{A6123B76-C6CE-4E12-BD05-F20099262C4D}" srcOrd="1" destOrd="0" presId="urn:microsoft.com/office/officeart/2005/8/layout/hierarchy2"/>
    <dgm:cxn modelId="{1D0236BA-122B-4CCF-8D26-C7B0CC42462B}" srcId="{3ABA62C1-2983-4A48-AB21-13283D67E2FD}" destId="{A1A71206-E328-4BF2-850B-B163231C6F28}" srcOrd="0" destOrd="0" parTransId="{4736F71A-55BA-49A1-A559-A2CF02DF8C04}" sibTransId="{3F2DFB6E-DF86-4DA2-8D8B-6DF459B1A3A6}"/>
    <dgm:cxn modelId="{02702646-6680-4F5D-B11D-5024136BFC91}" type="presOf" srcId="{FA065BF7-9A0C-4562-B2D6-030E706F7E1E}" destId="{AF27B710-E061-4CCD-AF71-767FF0BCA8B9}" srcOrd="1" destOrd="0" presId="urn:microsoft.com/office/officeart/2005/8/layout/hierarchy2"/>
    <dgm:cxn modelId="{18304E42-4385-4C3D-A544-D9FC937A1A06}" type="presOf" srcId="{34811DDF-BA9C-44B8-99EE-3614B9032C9A}" destId="{97CC47CD-82C0-4CB8-A792-6E9049F1B127}" srcOrd="1" destOrd="0" presId="urn:microsoft.com/office/officeart/2005/8/layout/hierarchy2"/>
    <dgm:cxn modelId="{001CE49A-C187-46CC-B1CD-89F1CAD334FE}" type="presOf" srcId="{FA065BF7-9A0C-4562-B2D6-030E706F7E1E}" destId="{11CE6B61-E76F-4D18-9F62-F4CB218D268B}" srcOrd="0" destOrd="0" presId="urn:microsoft.com/office/officeart/2005/8/layout/hierarchy2"/>
    <dgm:cxn modelId="{DCDB93A9-8F24-456E-8425-827BD65BED47}" type="presOf" srcId="{02891142-86A3-4A5E-954C-F93912948AC3}" destId="{95188ACB-CA69-4683-852C-C1712BD0FC01}" srcOrd="0" destOrd="0" presId="urn:microsoft.com/office/officeart/2005/8/layout/hierarchy2"/>
    <dgm:cxn modelId="{4183ECDE-8B08-4A10-B024-37B02E05CFEF}" type="presOf" srcId="{F386FBD8-C927-4641-AC26-03615E1C7B44}" destId="{85753640-B976-43FE-867B-552ADB44657A}" srcOrd="0" destOrd="0" presId="urn:microsoft.com/office/officeart/2005/8/layout/hierarchy2"/>
    <dgm:cxn modelId="{42BD1F88-6A16-4412-8FDF-F4F7FEDDAF9E}" srcId="{D95F3E08-2F0B-4220-8145-645FD437669D}" destId="{98072ECA-B20F-42CD-86FF-831B25D486D5}" srcOrd="0" destOrd="0" parTransId="{50885B9D-8B8C-4A84-A6EC-B7AFEB5D349A}" sibTransId="{24C9182E-EC7A-460C-A2CD-69EA15F733DC}"/>
    <dgm:cxn modelId="{F467272D-ECF1-4FD7-A365-05BD47F48039}" type="presOf" srcId="{02BC1530-9A9A-40DC-AF0E-28255CB042AD}" destId="{914544C9-6A9D-4314-BDAE-85269F1A5B73}" srcOrd="0" destOrd="0" presId="urn:microsoft.com/office/officeart/2005/8/layout/hierarchy2"/>
    <dgm:cxn modelId="{B8F7FB64-70EB-4A56-87FF-96B87E0427E3}" type="presOf" srcId="{9F9B45B0-D1E1-4A46-ADBC-E30F9AA31783}" destId="{9310B561-D4C7-412E-843D-59F5A7A46BF6}" srcOrd="0" destOrd="0" presId="urn:microsoft.com/office/officeart/2005/8/layout/hierarchy2"/>
    <dgm:cxn modelId="{A9C95AA0-97D0-4940-B0DB-3FE52B7B0DA4}" type="presOf" srcId="{9F9B45B0-D1E1-4A46-ADBC-E30F9AA31783}" destId="{8BF62950-3D18-4FC6-8054-A5F9BBE0E7AA}" srcOrd="1" destOrd="0" presId="urn:microsoft.com/office/officeart/2005/8/layout/hierarchy2"/>
    <dgm:cxn modelId="{9E743E8D-B1F1-45DC-8922-149B9B74CCF6}" type="presParOf" srcId="{95188ACB-CA69-4683-852C-C1712BD0FC01}" destId="{AB650C29-7014-47CB-B813-2967292C5092}" srcOrd="0" destOrd="0" presId="urn:microsoft.com/office/officeart/2005/8/layout/hierarchy2"/>
    <dgm:cxn modelId="{646E2C72-AE64-4AE9-969F-7C356A154071}" type="presParOf" srcId="{AB650C29-7014-47CB-B813-2967292C5092}" destId="{1EB73701-D7FA-4EF7-8095-6809B55F4509}" srcOrd="0" destOrd="0" presId="urn:microsoft.com/office/officeart/2005/8/layout/hierarchy2"/>
    <dgm:cxn modelId="{A350648E-08F6-40C9-9A63-7C81068899A5}" type="presParOf" srcId="{AB650C29-7014-47CB-B813-2967292C5092}" destId="{8F8EF884-1296-40F0-841E-B576EADE55E7}" srcOrd="1" destOrd="0" presId="urn:microsoft.com/office/officeart/2005/8/layout/hierarchy2"/>
    <dgm:cxn modelId="{295C7F3A-0790-4BC4-87A3-AA2B10ECB17B}" type="presParOf" srcId="{8F8EF884-1296-40F0-841E-B576EADE55E7}" destId="{D2A9A023-5752-46F2-BBB2-D09ED151C3CB}" srcOrd="0" destOrd="0" presId="urn:microsoft.com/office/officeart/2005/8/layout/hierarchy2"/>
    <dgm:cxn modelId="{D05CA8C5-7078-4316-97EC-640C09F056DF}" type="presParOf" srcId="{D2A9A023-5752-46F2-BBB2-D09ED151C3CB}" destId="{EF386CE0-867D-42CC-8A8A-773FD28CB4BD}" srcOrd="0" destOrd="0" presId="urn:microsoft.com/office/officeart/2005/8/layout/hierarchy2"/>
    <dgm:cxn modelId="{6652269B-7B99-4468-A5AC-91402492BA42}" type="presParOf" srcId="{8F8EF884-1296-40F0-841E-B576EADE55E7}" destId="{75246C92-A7CB-43CD-B35B-02000E1B8EBD}" srcOrd="1" destOrd="0" presId="urn:microsoft.com/office/officeart/2005/8/layout/hierarchy2"/>
    <dgm:cxn modelId="{E2823CE7-1DA8-4078-B71D-686C72E10738}" type="presParOf" srcId="{75246C92-A7CB-43CD-B35B-02000E1B8EBD}" destId="{6C3404CF-BADF-4362-BADE-4CE3DAC06CE4}" srcOrd="0" destOrd="0" presId="urn:microsoft.com/office/officeart/2005/8/layout/hierarchy2"/>
    <dgm:cxn modelId="{BDF6FD94-72BD-4FE9-A241-5FDBE7E5D24D}" type="presParOf" srcId="{75246C92-A7CB-43CD-B35B-02000E1B8EBD}" destId="{91D2A214-A92E-495E-833B-E75A5088EF8B}" srcOrd="1" destOrd="0" presId="urn:microsoft.com/office/officeart/2005/8/layout/hierarchy2"/>
    <dgm:cxn modelId="{5DBB44B8-FAD7-4CF9-8B2C-FA6DDDDC6EAB}" type="presParOf" srcId="{91D2A214-A92E-495E-833B-E75A5088EF8B}" destId="{11CE6B61-E76F-4D18-9F62-F4CB218D268B}" srcOrd="0" destOrd="0" presId="urn:microsoft.com/office/officeart/2005/8/layout/hierarchy2"/>
    <dgm:cxn modelId="{C29A00D0-870E-4995-B0CB-F7D802C58835}" type="presParOf" srcId="{11CE6B61-E76F-4D18-9F62-F4CB218D268B}" destId="{AF27B710-E061-4CCD-AF71-767FF0BCA8B9}" srcOrd="0" destOrd="0" presId="urn:microsoft.com/office/officeart/2005/8/layout/hierarchy2"/>
    <dgm:cxn modelId="{69FA375A-32DA-4EFC-8C82-67EE0D757CEC}" type="presParOf" srcId="{91D2A214-A92E-495E-833B-E75A5088EF8B}" destId="{D99D85B5-026C-4BFB-9AE4-B01F641DC76E}" srcOrd="1" destOrd="0" presId="urn:microsoft.com/office/officeart/2005/8/layout/hierarchy2"/>
    <dgm:cxn modelId="{31D7D5DE-875F-4220-86F6-DF26C54E81C9}" type="presParOf" srcId="{D99D85B5-026C-4BFB-9AE4-B01F641DC76E}" destId="{F68DB908-0B77-4A44-8C4C-EA25453DCFD2}" srcOrd="0" destOrd="0" presId="urn:microsoft.com/office/officeart/2005/8/layout/hierarchy2"/>
    <dgm:cxn modelId="{A5A6F0E9-1D6E-490D-8360-35832B08F9D3}" type="presParOf" srcId="{D99D85B5-026C-4BFB-9AE4-B01F641DC76E}" destId="{AAB5BF06-3588-4E7C-8563-2B8102E6C6F7}" srcOrd="1" destOrd="0" presId="urn:microsoft.com/office/officeart/2005/8/layout/hierarchy2"/>
    <dgm:cxn modelId="{EF996892-4297-4269-9F59-E7BD97EE8B65}" type="presParOf" srcId="{AAB5BF06-3588-4E7C-8563-2B8102E6C6F7}" destId="{CBDD53DE-1FA2-4794-B470-7B9CDB3CC5D0}" srcOrd="0" destOrd="0" presId="urn:microsoft.com/office/officeart/2005/8/layout/hierarchy2"/>
    <dgm:cxn modelId="{386E4705-BB39-4C9E-8194-CA89C81DE2AD}" type="presParOf" srcId="{CBDD53DE-1FA2-4794-B470-7B9CDB3CC5D0}" destId="{A6123B76-C6CE-4E12-BD05-F20099262C4D}" srcOrd="0" destOrd="0" presId="urn:microsoft.com/office/officeart/2005/8/layout/hierarchy2"/>
    <dgm:cxn modelId="{8297F322-61AD-4EA2-8B52-2620CFDA8A8D}" type="presParOf" srcId="{AAB5BF06-3588-4E7C-8563-2B8102E6C6F7}" destId="{348A1A06-6E42-465C-8563-2DD534623C0E}" srcOrd="1" destOrd="0" presId="urn:microsoft.com/office/officeart/2005/8/layout/hierarchy2"/>
    <dgm:cxn modelId="{7CC6B59C-8AA3-48CA-8ED2-40EF432D1658}" type="presParOf" srcId="{348A1A06-6E42-465C-8563-2DD534623C0E}" destId="{5AD2422A-0A1F-477A-8EAF-7B65ADF163D9}" srcOrd="0" destOrd="0" presId="urn:microsoft.com/office/officeart/2005/8/layout/hierarchy2"/>
    <dgm:cxn modelId="{52DDC18E-4E85-453C-BA71-D1458C8C78E8}" type="presParOf" srcId="{348A1A06-6E42-465C-8563-2DD534623C0E}" destId="{69AF8871-3F7F-481A-9DE7-59362433C52C}" srcOrd="1" destOrd="0" presId="urn:microsoft.com/office/officeart/2005/8/layout/hierarchy2"/>
    <dgm:cxn modelId="{6FE1C2E7-8530-46DC-AE85-7C0F7BDBF95C}" type="presParOf" srcId="{AAB5BF06-3588-4E7C-8563-2B8102E6C6F7}" destId="{85753640-B976-43FE-867B-552ADB44657A}" srcOrd="2" destOrd="0" presId="urn:microsoft.com/office/officeart/2005/8/layout/hierarchy2"/>
    <dgm:cxn modelId="{1A768069-4353-4829-B286-3196B60A64F7}" type="presParOf" srcId="{85753640-B976-43FE-867B-552ADB44657A}" destId="{B796B21C-E93F-4400-9217-54F0597EEB8A}" srcOrd="0" destOrd="0" presId="urn:microsoft.com/office/officeart/2005/8/layout/hierarchy2"/>
    <dgm:cxn modelId="{B4BB3B66-9CBA-4B48-86A2-0AC48D0AFDCC}" type="presParOf" srcId="{AAB5BF06-3588-4E7C-8563-2B8102E6C6F7}" destId="{918D4574-132B-4CE6-AE86-2A60E0E89C57}" srcOrd="3" destOrd="0" presId="urn:microsoft.com/office/officeart/2005/8/layout/hierarchy2"/>
    <dgm:cxn modelId="{421DD4C1-3DE1-42E5-A64B-80ABB609F4F5}" type="presParOf" srcId="{918D4574-132B-4CE6-AE86-2A60E0E89C57}" destId="{EF048705-9C66-4C9D-8F6D-310C167ADBBB}" srcOrd="0" destOrd="0" presId="urn:microsoft.com/office/officeart/2005/8/layout/hierarchy2"/>
    <dgm:cxn modelId="{C003213E-D599-499F-AF87-D61F13EC7462}" type="presParOf" srcId="{918D4574-132B-4CE6-AE86-2A60E0E89C57}" destId="{334532FD-D8E8-4FF2-A5D2-FA45FFC5C49A}" srcOrd="1" destOrd="0" presId="urn:microsoft.com/office/officeart/2005/8/layout/hierarchy2"/>
    <dgm:cxn modelId="{B657B6A0-0A8F-4F40-B45B-666F8E4E4BFF}" type="presParOf" srcId="{91D2A214-A92E-495E-833B-E75A5088EF8B}" destId="{91B8CD73-3CEE-4B27-8B6D-9C1C6213855F}" srcOrd="2" destOrd="0" presId="urn:microsoft.com/office/officeart/2005/8/layout/hierarchy2"/>
    <dgm:cxn modelId="{39F39BAD-9F9E-4987-9DB2-F428CDB8F239}" type="presParOf" srcId="{91B8CD73-3CEE-4B27-8B6D-9C1C6213855F}" destId="{0ECD5551-E6A8-4317-9E7C-D6A1354A09C0}" srcOrd="0" destOrd="0" presId="urn:microsoft.com/office/officeart/2005/8/layout/hierarchy2"/>
    <dgm:cxn modelId="{37253E72-2EF2-4FBB-AAEA-E6DCC7F445BD}" type="presParOf" srcId="{91D2A214-A92E-495E-833B-E75A5088EF8B}" destId="{F34586B3-37B6-45DA-88F7-3F23261D9E46}" srcOrd="3" destOrd="0" presId="urn:microsoft.com/office/officeart/2005/8/layout/hierarchy2"/>
    <dgm:cxn modelId="{0E69186B-4245-4558-98AD-2E5821BA0367}" type="presParOf" srcId="{F34586B3-37B6-45DA-88F7-3F23261D9E46}" destId="{990022CD-0A6F-4752-AC4F-A621BE599E2A}" srcOrd="0" destOrd="0" presId="urn:microsoft.com/office/officeart/2005/8/layout/hierarchy2"/>
    <dgm:cxn modelId="{1523F5EC-4BA5-4328-AC50-1AF82CEE30DC}" type="presParOf" srcId="{F34586B3-37B6-45DA-88F7-3F23261D9E46}" destId="{D855C731-0B4D-4CA8-9C2C-ED8755DC697B}" srcOrd="1" destOrd="0" presId="urn:microsoft.com/office/officeart/2005/8/layout/hierarchy2"/>
    <dgm:cxn modelId="{C001EE52-2631-40FF-B230-2F5CBB1D5D42}" type="presParOf" srcId="{8F8EF884-1296-40F0-841E-B576EADE55E7}" destId="{CF521C5B-DA61-4A25-AB2B-F6B34D5134B2}" srcOrd="2" destOrd="0" presId="urn:microsoft.com/office/officeart/2005/8/layout/hierarchy2"/>
    <dgm:cxn modelId="{D99E1BA8-70D4-437A-BBBD-99F0A257515C}" type="presParOf" srcId="{CF521C5B-DA61-4A25-AB2B-F6B34D5134B2}" destId="{C92C6F5F-556A-44B3-8D2B-685360896C6A}" srcOrd="0" destOrd="0" presId="urn:microsoft.com/office/officeart/2005/8/layout/hierarchy2"/>
    <dgm:cxn modelId="{2C1208F8-C75A-4AC3-A754-64382CD5740F}" type="presParOf" srcId="{8F8EF884-1296-40F0-841E-B576EADE55E7}" destId="{9313E332-9759-48AE-AFC1-0B207A2EC0C5}" srcOrd="3" destOrd="0" presId="urn:microsoft.com/office/officeart/2005/8/layout/hierarchy2"/>
    <dgm:cxn modelId="{D51BA13D-715A-4B0A-AB58-4AA76AB89E1E}" type="presParOf" srcId="{9313E332-9759-48AE-AFC1-0B207A2EC0C5}" destId="{3086DD60-A50C-4ED2-B2E9-758A64752AF7}" srcOrd="0" destOrd="0" presId="urn:microsoft.com/office/officeart/2005/8/layout/hierarchy2"/>
    <dgm:cxn modelId="{2E8F6E2D-91E0-4B94-B268-CCE59374F55E}" type="presParOf" srcId="{9313E332-9759-48AE-AFC1-0B207A2EC0C5}" destId="{79921042-9CE4-4FA1-95A5-201A07251E69}" srcOrd="1" destOrd="0" presId="urn:microsoft.com/office/officeart/2005/8/layout/hierarchy2"/>
    <dgm:cxn modelId="{2F0C8D77-7948-4585-87B0-8297E2C854BD}" type="presParOf" srcId="{79921042-9CE4-4FA1-95A5-201A07251E69}" destId="{88D73BA0-5B6D-4A36-8578-6F44E9A691AF}" srcOrd="0" destOrd="0" presId="urn:microsoft.com/office/officeart/2005/8/layout/hierarchy2"/>
    <dgm:cxn modelId="{0EA08BB4-3A99-4B71-881D-5FEED799B58A}" type="presParOf" srcId="{88D73BA0-5B6D-4A36-8578-6F44E9A691AF}" destId="{C8FE7FEB-DCEA-4503-8BBA-FFC2DD357AFF}" srcOrd="0" destOrd="0" presId="urn:microsoft.com/office/officeart/2005/8/layout/hierarchy2"/>
    <dgm:cxn modelId="{5153D140-2D27-49F3-AAA2-383C67D8D1AB}" type="presParOf" srcId="{79921042-9CE4-4FA1-95A5-201A07251E69}" destId="{A8FAA517-EF35-4BC3-B1F7-E5E94F15EA99}" srcOrd="1" destOrd="0" presId="urn:microsoft.com/office/officeart/2005/8/layout/hierarchy2"/>
    <dgm:cxn modelId="{79E15D6E-D522-45A3-ABE4-06E4ABA34AFE}" type="presParOf" srcId="{A8FAA517-EF35-4BC3-B1F7-E5E94F15EA99}" destId="{8B6FCD2F-F83B-4F14-9A36-2FF56D20CDF4}" srcOrd="0" destOrd="0" presId="urn:microsoft.com/office/officeart/2005/8/layout/hierarchy2"/>
    <dgm:cxn modelId="{327D5D82-5A73-4599-BD01-7D4B96E6D512}" type="presParOf" srcId="{A8FAA517-EF35-4BC3-B1F7-E5E94F15EA99}" destId="{445F1C7A-3B25-4F2F-9F98-801BF2BD79BF}" srcOrd="1" destOrd="0" presId="urn:microsoft.com/office/officeart/2005/8/layout/hierarchy2"/>
    <dgm:cxn modelId="{7DC48774-3987-4200-B302-2209E848580F}" type="presParOf" srcId="{445F1C7A-3B25-4F2F-9F98-801BF2BD79BF}" destId="{658EF0BB-7ED2-418A-8A4A-4485B419A143}" srcOrd="0" destOrd="0" presId="urn:microsoft.com/office/officeart/2005/8/layout/hierarchy2"/>
    <dgm:cxn modelId="{E4730A81-9D53-4F8C-98DB-F21DCE491547}" type="presParOf" srcId="{658EF0BB-7ED2-418A-8A4A-4485B419A143}" destId="{23BF8BE6-D2E0-46E5-916A-867E187402E7}" srcOrd="0" destOrd="0" presId="urn:microsoft.com/office/officeart/2005/8/layout/hierarchy2"/>
    <dgm:cxn modelId="{DD14E9F3-A82B-45E1-A449-A28688566CD4}" type="presParOf" srcId="{445F1C7A-3B25-4F2F-9F98-801BF2BD79BF}" destId="{369DC03E-5892-41D7-81D4-2337AB4A3C18}" srcOrd="1" destOrd="0" presId="urn:microsoft.com/office/officeart/2005/8/layout/hierarchy2"/>
    <dgm:cxn modelId="{0A6B97C4-753D-440A-B209-6F44D916B832}" type="presParOf" srcId="{369DC03E-5892-41D7-81D4-2337AB4A3C18}" destId="{1A1B0392-11C1-459A-8EFF-5177F1362F98}" srcOrd="0" destOrd="0" presId="urn:microsoft.com/office/officeart/2005/8/layout/hierarchy2"/>
    <dgm:cxn modelId="{BCD03AD1-A018-41CC-B37D-5B163D895AD3}" type="presParOf" srcId="{369DC03E-5892-41D7-81D4-2337AB4A3C18}" destId="{F92BFC0D-8808-4897-95BC-9D81B68F88FB}" srcOrd="1" destOrd="0" presId="urn:microsoft.com/office/officeart/2005/8/layout/hierarchy2"/>
    <dgm:cxn modelId="{E90BC741-5974-4A5A-8C63-9E8D6E13DF0B}" type="presParOf" srcId="{445F1C7A-3B25-4F2F-9F98-801BF2BD79BF}" destId="{9310B561-D4C7-412E-843D-59F5A7A46BF6}" srcOrd="2" destOrd="0" presId="urn:microsoft.com/office/officeart/2005/8/layout/hierarchy2"/>
    <dgm:cxn modelId="{7982C290-9839-436F-9E88-1247F230B9A2}" type="presParOf" srcId="{9310B561-D4C7-412E-843D-59F5A7A46BF6}" destId="{8BF62950-3D18-4FC6-8054-A5F9BBE0E7AA}" srcOrd="0" destOrd="0" presId="urn:microsoft.com/office/officeart/2005/8/layout/hierarchy2"/>
    <dgm:cxn modelId="{628EE1CC-791A-4B25-BE68-C1B573DA482D}" type="presParOf" srcId="{445F1C7A-3B25-4F2F-9F98-801BF2BD79BF}" destId="{040C1BC7-5C6D-4D0C-B240-013B8FA6340B}" srcOrd="3" destOrd="0" presId="urn:microsoft.com/office/officeart/2005/8/layout/hierarchy2"/>
    <dgm:cxn modelId="{5D2EC25F-FF64-4712-B0BF-5B0384FB6485}" type="presParOf" srcId="{040C1BC7-5C6D-4D0C-B240-013B8FA6340B}" destId="{C5713C09-BD98-4784-A0DE-1D948B0CD843}" srcOrd="0" destOrd="0" presId="urn:microsoft.com/office/officeart/2005/8/layout/hierarchy2"/>
    <dgm:cxn modelId="{BCEA2DFF-A2B1-4FAA-8FD5-D7CA024266E6}" type="presParOf" srcId="{040C1BC7-5C6D-4D0C-B240-013B8FA6340B}" destId="{D01726E0-5607-4C0D-B6C8-81722845B8BF}" srcOrd="1" destOrd="0" presId="urn:microsoft.com/office/officeart/2005/8/layout/hierarchy2"/>
    <dgm:cxn modelId="{257DF8E1-3CB6-4BB4-A5DF-F38263E72201}" type="presParOf" srcId="{79921042-9CE4-4FA1-95A5-201A07251E69}" destId="{C9E8FA97-4131-4662-8867-C3619DDD985F}" srcOrd="2" destOrd="0" presId="urn:microsoft.com/office/officeart/2005/8/layout/hierarchy2"/>
    <dgm:cxn modelId="{7C75E5F7-2AC7-45AB-8811-04FAABA9A9B3}" type="presParOf" srcId="{C9E8FA97-4131-4662-8867-C3619DDD985F}" destId="{97CC47CD-82C0-4CB8-A792-6E9049F1B127}" srcOrd="0" destOrd="0" presId="urn:microsoft.com/office/officeart/2005/8/layout/hierarchy2"/>
    <dgm:cxn modelId="{91A6F932-12C3-438F-AF14-7AC08810C5F3}" type="presParOf" srcId="{79921042-9CE4-4FA1-95A5-201A07251E69}" destId="{7263E02F-D435-4FE2-B1D9-4F16E580F08F}" srcOrd="3" destOrd="0" presId="urn:microsoft.com/office/officeart/2005/8/layout/hierarchy2"/>
    <dgm:cxn modelId="{5A5D0862-6083-496B-83B2-E8E0B257D731}" type="presParOf" srcId="{7263E02F-D435-4FE2-B1D9-4F16E580F08F}" destId="{914544C9-6A9D-4314-BDAE-85269F1A5B73}" srcOrd="0" destOrd="0" presId="urn:microsoft.com/office/officeart/2005/8/layout/hierarchy2"/>
    <dgm:cxn modelId="{2D733C32-3E67-4701-8C7F-31F351477D77}" type="presParOf" srcId="{7263E02F-D435-4FE2-B1D9-4F16E580F08F}" destId="{06FEE089-F1C9-4B1C-94DD-B761FEC7B77E}" srcOrd="1" destOrd="0" presId="urn:microsoft.com/office/officeart/2005/8/layout/hierarchy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689D730-5B15-40A8-BC39-E3FB01F94824}" type="datetimeFigureOut">
              <a:rPr lang="en-US" smtClean="0"/>
              <a:pPr/>
              <a:t>4/8/2009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CD93249-27BB-45AA-A66B-774FF5B0C18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630C-A3B9-41E2-84B3-0CC7916CCE55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630C-A3B9-41E2-84B3-0CC7916CCE55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630C-A3B9-41E2-84B3-0CC7916CCE55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630C-A3B9-41E2-84B3-0CC7916CCE55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630C-A3B9-41E2-84B3-0CC7916CCE55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630C-A3B9-41E2-84B3-0CC7916CCE55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630C-A3B9-41E2-84B3-0CC7916CCE55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630C-A3B9-41E2-84B3-0CC7916CCE55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E6630C-A3B9-41E2-84B3-0CC7916CCE55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50E-960C-401A-BC8A-54AA39586392}" type="datetimeFigureOut">
              <a:rPr lang="en-US" smtClean="0"/>
              <a:pPr/>
              <a:t>4/8/2009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B7AB-A3F1-4DCA-9A4B-A51828E583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50E-960C-401A-BC8A-54AA39586392}" type="datetimeFigureOut">
              <a:rPr lang="en-US" smtClean="0"/>
              <a:pPr/>
              <a:t>4/8/2009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B7AB-A3F1-4DCA-9A4B-A51828E583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50E-960C-401A-BC8A-54AA39586392}" type="datetimeFigureOut">
              <a:rPr lang="en-US" smtClean="0"/>
              <a:pPr/>
              <a:t>4/8/2009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B7AB-A3F1-4DCA-9A4B-A51828E583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50E-960C-401A-BC8A-54AA39586392}" type="datetimeFigureOut">
              <a:rPr lang="en-US" smtClean="0"/>
              <a:pPr/>
              <a:t>4/8/2009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B7AB-A3F1-4DCA-9A4B-A51828E583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50E-960C-401A-BC8A-54AA39586392}" type="datetimeFigureOut">
              <a:rPr lang="en-US" smtClean="0"/>
              <a:pPr/>
              <a:t>4/8/2009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B7AB-A3F1-4DCA-9A4B-A51828E583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50E-960C-401A-BC8A-54AA39586392}" type="datetimeFigureOut">
              <a:rPr lang="en-US" smtClean="0"/>
              <a:pPr/>
              <a:t>4/8/2009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B7AB-A3F1-4DCA-9A4B-A51828E583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50E-960C-401A-BC8A-54AA39586392}" type="datetimeFigureOut">
              <a:rPr lang="en-US" smtClean="0"/>
              <a:pPr/>
              <a:t>4/8/2009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B7AB-A3F1-4DCA-9A4B-A51828E583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50E-960C-401A-BC8A-54AA39586392}" type="datetimeFigureOut">
              <a:rPr lang="en-US" smtClean="0"/>
              <a:pPr/>
              <a:t>4/8/2009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B7AB-A3F1-4DCA-9A4B-A51828E583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50E-960C-401A-BC8A-54AA39586392}" type="datetimeFigureOut">
              <a:rPr lang="en-US" smtClean="0"/>
              <a:pPr/>
              <a:t>4/8/2009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B7AB-A3F1-4DCA-9A4B-A51828E583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50E-960C-401A-BC8A-54AA39586392}" type="datetimeFigureOut">
              <a:rPr lang="en-US" smtClean="0"/>
              <a:pPr/>
              <a:t>4/8/2009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B7AB-A3F1-4DCA-9A4B-A51828E583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50E-960C-401A-BC8A-54AA39586392}" type="datetimeFigureOut">
              <a:rPr lang="en-US" smtClean="0"/>
              <a:pPr/>
              <a:t>4/8/2009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B7AB-A3F1-4DCA-9A4B-A51828E583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AE50E-960C-401A-BC8A-54AA39586392}" type="datetimeFigureOut">
              <a:rPr lang="en-US" smtClean="0"/>
              <a:pPr/>
              <a:t>4/8/2009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1B7AB-A3F1-4DCA-9A4B-A51828E583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Self-Parking Autonomous Vehicles (S-</a:t>
            </a:r>
            <a:r>
              <a:rPr lang="en-US" dirty="0" err="1" smtClean="0"/>
              <a:t>PAVe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Milestone Update</a:t>
            </a:r>
          </a:p>
          <a:p>
            <a:r>
              <a:rPr lang="en-US" dirty="0" smtClean="0"/>
              <a:t>EECS149</a:t>
            </a:r>
          </a:p>
          <a:p>
            <a:r>
              <a:rPr lang="en-US" dirty="0" smtClean="0"/>
              <a:t>Spring 2009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     .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525963"/>
          </a:xfrm>
        </p:spPr>
        <p:txBody>
          <a:bodyPr/>
          <a:lstStyle/>
          <a:p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1349326"/>
          <a:ext cx="8229600" cy="4746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3463290"/>
                <a:gridCol w="3429000"/>
              </a:tblGrid>
              <a:tr h="4319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Milestones/Achievements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Next Steps</a:t>
                      </a:r>
                      <a:r>
                        <a:rPr lang="en-US" baseline="0" dirty="0" smtClean="0"/>
                        <a:t> / New Milestones </a:t>
                      </a:r>
                      <a:r>
                        <a:rPr lang="en-US" sz="1100" baseline="0" dirty="0" smtClean="0"/>
                        <a:t>(04/27)</a:t>
                      </a:r>
                      <a:endParaRPr lang="en-US" dirty="0"/>
                    </a:p>
                  </a:txBody>
                  <a:tcPr/>
                </a:tc>
              </a:tr>
              <a:tr h="586527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Hardware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and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Mechanics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Supplies/BOM received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Order additional Lego pieces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 anchor="ctr"/>
                </a:tc>
              </a:tr>
              <a:tr h="74563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Two chassis designs built, further iteration needed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Consult mechanical</a:t>
                      </a:r>
                      <a:r>
                        <a:rPr lang="en-US" baseline="0" dirty="0" smtClean="0"/>
                        <a:t> engineer, f</a:t>
                      </a:r>
                      <a:r>
                        <a:rPr lang="en-US" dirty="0" smtClean="0"/>
                        <a:t>inalize chassis</a:t>
                      </a:r>
                      <a:endParaRPr lang="en-US" dirty="0"/>
                    </a:p>
                  </a:txBody>
                  <a:tcPr anchor="ctr"/>
                </a:tc>
              </a:tr>
              <a:tr h="74563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Sensors researched and tested</a:t>
                      </a:r>
                      <a:r>
                        <a:rPr lang="en-US" smtClean="0"/>
                        <a:t>: generally sufficient</a:t>
                      </a:r>
                      <a:endParaRPr 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Test sensors specifically with parking model(s)</a:t>
                      </a:r>
                      <a:endParaRPr lang="en-US" dirty="0"/>
                    </a:p>
                  </a:txBody>
                  <a:tcPr anchor="ctr"/>
                </a:tc>
              </a:tr>
              <a:tr h="74563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Environment</a:t>
                      </a:r>
                      <a:endParaRPr 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Parking spot/lot</a:t>
                      </a:r>
                      <a:r>
                        <a:rPr lang="en-US" baseline="0" dirty="0" smtClean="0"/>
                        <a:t> model finalized</a:t>
                      </a:r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745631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Software</a:t>
                      </a:r>
                    </a:p>
                    <a:p>
                      <a:pPr algn="ctr"/>
                      <a:endParaRPr lang="en-US" sz="1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Development environment chosen: NXC (“Not </a:t>
                      </a:r>
                      <a:r>
                        <a:rPr lang="en-US" dirty="0" err="1" smtClean="0"/>
                        <a:t>eXactly</a:t>
                      </a:r>
                      <a:r>
                        <a:rPr lang="en-US" dirty="0" smtClean="0"/>
                        <a:t> C”)</a:t>
                      </a:r>
                      <a:endParaRPr 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Programming: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Driving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Parking spot heuristics</a:t>
                      </a:r>
                    </a:p>
                    <a:p>
                      <a:pPr>
                        <a:buFont typeface="Arial" pitchFamily="34" charset="0"/>
                        <a:buChar char="•"/>
                      </a:pPr>
                      <a:endParaRPr lang="en-US" dirty="0"/>
                    </a:p>
                  </a:txBody>
                  <a:tcPr anchor="ctr"/>
                </a:tc>
              </a:tr>
              <a:tr h="74563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High-level</a:t>
                      </a:r>
                      <a:r>
                        <a:rPr lang="en-US" baseline="0" dirty="0" smtClean="0"/>
                        <a:t> design </a:t>
                      </a:r>
                      <a:r>
                        <a:rPr lang="en-US" dirty="0" smtClean="0"/>
                        <a:t>done 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5" name="Group 18"/>
          <p:cNvGrpSpPr>
            <a:grpSpLocks noChangeAspect="1"/>
          </p:cNvGrpSpPr>
          <p:nvPr/>
        </p:nvGrpSpPr>
        <p:grpSpPr bwMode="auto">
          <a:xfrm>
            <a:off x="685800" y="2743200"/>
            <a:ext cx="906463" cy="906463"/>
            <a:chOff x="1800" y="8481"/>
            <a:chExt cx="1427" cy="1427"/>
          </a:xfrm>
        </p:grpSpPr>
        <p:sp>
          <p:nvSpPr>
            <p:cNvPr id="6" name="AutoShape 19"/>
            <p:cNvSpPr>
              <a:spLocks noChangeAspect="1" noChangeArrowheads="1"/>
            </p:cNvSpPr>
            <p:nvPr/>
          </p:nvSpPr>
          <p:spPr bwMode="auto">
            <a:xfrm>
              <a:off x="1800" y="8481"/>
              <a:ext cx="1427" cy="1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1838" y="8542"/>
              <a:ext cx="1324" cy="1329"/>
            </a:xfrm>
            <a:custGeom>
              <a:avLst/>
              <a:gdLst/>
              <a:ahLst/>
              <a:cxnLst>
                <a:cxn ang="0">
                  <a:pos x="134" y="1329"/>
                </a:cxn>
                <a:cxn ang="0">
                  <a:pos x="106" y="1326"/>
                </a:cxn>
                <a:cxn ang="0">
                  <a:pos x="82" y="1318"/>
                </a:cxn>
                <a:cxn ang="0">
                  <a:pos x="59" y="1305"/>
                </a:cxn>
                <a:cxn ang="0">
                  <a:pos x="38" y="1290"/>
                </a:cxn>
                <a:cxn ang="0">
                  <a:pos x="23" y="1269"/>
                </a:cxn>
                <a:cxn ang="0">
                  <a:pos x="10" y="1246"/>
                </a:cxn>
                <a:cxn ang="0">
                  <a:pos x="2" y="1222"/>
                </a:cxn>
                <a:cxn ang="0">
                  <a:pos x="0" y="1194"/>
                </a:cxn>
                <a:cxn ang="0">
                  <a:pos x="0" y="134"/>
                </a:cxn>
                <a:cxn ang="0">
                  <a:pos x="2" y="106"/>
                </a:cxn>
                <a:cxn ang="0">
                  <a:pos x="10" y="82"/>
                </a:cxn>
                <a:cxn ang="0">
                  <a:pos x="23" y="59"/>
                </a:cxn>
                <a:cxn ang="0">
                  <a:pos x="38" y="38"/>
                </a:cxn>
                <a:cxn ang="0">
                  <a:pos x="59" y="23"/>
                </a:cxn>
                <a:cxn ang="0">
                  <a:pos x="82" y="10"/>
                </a:cxn>
                <a:cxn ang="0">
                  <a:pos x="106" y="2"/>
                </a:cxn>
                <a:cxn ang="0">
                  <a:pos x="134" y="0"/>
                </a:cxn>
                <a:cxn ang="0">
                  <a:pos x="1188" y="0"/>
                </a:cxn>
                <a:cxn ang="0">
                  <a:pos x="1216" y="2"/>
                </a:cxn>
                <a:cxn ang="0">
                  <a:pos x="1242" y="10"/>
                </a:cxn>
                <a:cxn ang="0">
                  <a:pos x="1265" y="23"/>
                </a:cxn>
                <a:cxn ang="0">
                  <a:pos x="1285" y="38"/>
                </a:cxn>
                <a:cxn ang="0">
                  <a:pos x="1301" y="59"/>
                </a:cxn>
                <a:cxn ang="0">
                  <a:pos x="1314" y="82"/>
                </a:cxn>
                <a:cxn ang="0">
                  <a:pos x="1321" y="106"/>
                </a:cxn>
                <a:cxn ang="0">
                  <a:pos x="1324" y="134"/>
                </a:cxn>
                <a:cxn ang="0">
                  <a:pos x="1324" y="1194"/>
                </a:cxn>
                <a:cxn ang="0">
                  <a:pos x="1321" y="1222"/>
                </a:cxn>
                <a:cxn ang="0">
                  <a:pos x="1314" y="1246"/>
                </a:cxn>
                <a:cxn ang="0">
                  <a:pos x="1301" y="1269"/>
                </a:cxn>
                <a:cxn ang="0">
                  <a:pos x="1285" y="1290"/>
                </a:cxn>
                <a:cxn ang="0">
                  <a:pos x="1265" y="1305"/>
                </a:cxn>
                <a:cxn ang="0">
                  <a:pos x="1242" y="1318"/>
                </a:cxn>
                <a:cxn ang="0">
                  <a:pos x="1216" y="1326"/>
                </a:cxn>
                <a:cxn ang="0">
                  <a:pos x="1188" y="1329"/>
                </a:cxn>
                <a:cxn ang="0">
                  <a:pos x="134" y="1329"/>
                </a:cxn>
              </a:cxnLst>
              <a:rect l="0" t="0" r="r" b="b"/>
              <a:pathLst>
                <a:path w="1324" h="1329">
                  <a:moveTo>
                    <a:pt x="134" y="1329"/>
                  </a:moveTo>
                  <a:lnTo>
                    <a:pt x="106" y="1326"/>
                  </a:lnTo>
                  <a:lnTo>
                    <a:pt x="82" y="1318"/>
                  </a:lnTo>
                  <a:lnTo>
                    <a:pt x="59" y="1305"/>
                  </a:lnTo>
                  <a:lnTo>
                    <a:pt x="38" y="1290"/>
                  </a:lnTo>
                  <a:lnTo>
                    <a:pt x="23" y="1269"/>
                  </a:lnTo>
                  <a:lnTo>
                    <a:pt x="10" y="1246"/>
                  </a:lnTo>
                  <a:lnTo>
                    <a:pt x="2" y="1222"/>
                  </a:lnTo>
                  <a:lnTo>
                    <a:pt x="0" y="1194"/>
                  </a:lnTo>
                  <a:lnTo>
                    <a:pt x="0" y="134"/>
                  </a:lnTo>
                  <a:lnTo>
                    <a:pt x="2" y="106"/>
                  </a:lnTo>
                  <a:lnTo>
                    <a:pt x="10" y="82"/>
                  </a:lnTo>
                  <a:lnTo>
                    <a:pt x="23" y="59"/>
                  </a:lnTo>
                  <a:lnTo>
                    <a:pt x="38" y="38"/>
                  </a:lnTo>
                  <a:lnTo>
                    <a:pt x="59" y="23"/>
                  </a:lnTo>
                  <a:lnTo>
                    <a:pt x="82" y="10"/>
                  </a:lnTo>
                  <a:lnTo>
                    <a:pt x="106" y="2"/>
                  </a:lnTo>
                  <a:lnTo>
                    <a:pt x="134" y="0"/>
                  </a:lnTo>
                  <a:lnTo>
                    <a:pt x="1188" y="0"/>
                  </a:lnTo>
                  <a:lnTo>
                    <a:pt x="1216" y="2"/>
                  </a:lnTo>
                  <a:lnTo>
                    <a:pt x="1242" y="10"/>
                  </a:lnTo>
                  <a:lnTo>
                    <a:pt x="1265" y="23"/>
                  </a:lnTo>
                  <a:lnTo>
                    <a:pt x="1285" y="38"/>
                  </a:lnTo>
                  <a:lnTo>
                    <a:pt x="1301" y="59"/>
                  </a:lnTo>
                  <a:lnTo>
                    <a:pt x="1314" y="82"/>
                  </a:lnTo>
                  <a:lnTo>
                    <a:pt x="1321" y="106"/>
                  </a:lnTo>
                  <a:lnTo>
                    <a:pt x="1324" y="134"/>
                  </a:lnTo>
                  <a:lnTo>
                    <a:pt x="1324" y="1194"/>
                  </a:lnTo>
                  <a:lnTo>
                    <a:pt x="1321" y="1222"/>
                  </a:lnTo>
                  <a:lnTo>
                    <a:pt x="1314" y="1246"/>
                  </a:lnTo>
                  <a:lnTo>
                    <a:pt x="1301" y="1269"/>
                  </a:lnTo>
                  <a:lnTo>
                    <a:pt x="1285" y="1290"/>
                  </a:lnTo>
                  <a:lnTo>
                    <a:pt x="1265" y="1305"/>
                  </a:lnTo>
                  <a:lnTo>
                    <a:pt x="1242" y="1318"/>
                  </a:lnTo>
                  <a:lnTo>
                    <a:pt x="1216" y="1326"/>
                  </a:lnTo>
                  <a:lnTo>
                    <a:pt x="1188" y="1329"/>
                  </a:lnTo>
                  <a:lnTo>
                    <a:pt x="134" y="1329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1"/>
            <p:cNvSpPr>
              <a:spLocks/>
            </p:cNvSpPr>
            <p:nvPr/>
          </p:nvSpPr>
          <p:spPr bwMode="auto">
            <a:xfrm>
              <a:off x="1800" y="8481"/>
              <a:ext cx="1427" cy="1427"/>
            </a:xfrm>
            <a:custGeom>
              <a:avLst/>
              <a:gdLst/>
              <a:ahLst/>
              <a:cxnLst>
                <a:cxn ang="0">
                  <a:pos x="65" y="40"/>
                </a:cxn>
                <a:cxn ang="0">
                  <a:pos x="94" y="20"/>
                </a:cxn>
                <a:cxn ang="0">
                  <a:pos x="124" y="7"/>
                </a:cxn>
                <a:cxn ang="0">
                  <a:pos x="159" y="1"/>
                </a:cxn>
                <a:cxn ang="0">
                  <a:pos x="1251" y="0"/>
                </a:cxn>
                <a:cxn ang="0">
                  <a:pos x="1319" y="14"/>
                </a:cxn>
                <a:cxn ang="0">
                  <a:pos x="1375" y="52"/>
                </a:cxn>
                <a:cxn ang="0">
                  <a:pos x="1413" y="108"/>
                </a:cxn>
                <a:cxn ang="0">
                  <a:pos x="1427" y="176"/>
                </a:cxn>
                <a:cxn ang="0">
                  <a:pos x="1343" y="676"/>
                </a:cxn>
                <a:cxn ang="0">
                  <a:pos x="1342" y="157"/>
                </a:cxn>
                <a:cxn ang="0">
                  <a:pos x="1327" y="125"/>
                </a:cxn>
                <a:cxn ang="0">
                  <a:pos x="1309" y="105"/>
                </a:cxn>
                <a:cxn ang="0">
                  <a:pos x="1294" y="95"/>
                </a:cxn>
                <a:cxn ang="0">
                  <a:pos x="1278" y="88"/>
                </a:cxn>
                <a:cxn ang="0">
                  <a:pos x="1260" y="84"/>
                </a:cxn>
                <a:cxn ang="0">
                  <a:pos x="176" y="84"/>
                </a:cxn>
                <a:cxn ang="0">
                  <a:pos x="157" y="85"/>
                </a:cxn>
                <a:cxn ang="0">
                  <a:pos x="141" y="91"/>
                </a:cxn>
                <a:cxn ang="0">
                  <a:pos x="126" y="99"/>
                </a:cxn>
                <a:cxn ang="0">
                  <a:pos x="111" y="111"/>
                </a:cxn>
                <a:cxn ang="0">
                  <a:pos x="91" y="141"/>
                </a:cxn>
                <a:cxn ang="0">
                  <a:pos x="84" y="176"/>
                </a:cxn>
                <a:cxn ang="0">
                  <a:pos x="85" y="1270"/>
                </a:cxn>
                <a:cxn ang="0">
                  <a:pos x="100" y="1303"/>
                </a:cxn>
                <a:cxn ang="0">
                  <a:pos x="124" y="1328"/>
                </a:cxn>
                <a:cxn ang="0">
                  <a:pos x="157" y="1342"/>
                </a:cxn>
                <a:cxn ang="0">
                  <a:pos x="1251" y="1343"/>
                </a:cxn>
                <a:cxn ang="0">
                  <a:pos x="1270" y="1342"/>
                </a:cxn>
                <a:cxn ang="0">
                  <a:pos x="1286" y="1336"/>
                </a:cxn>
                <a:cxn ang="0">
                  <a:pos x="1301" y="1328"/>
                </a:cxn>
                <a:cxn ang="0">
                  <a:pos x="1316" y="1316"/>
                </a:cxn>
                <a:cxn ang="0">
                  <a:pos x="1336" y="1286"/>
                </a:cxn>
                <a:cxn ang="0">
                  <a:pos x="1343" y="1251"/>
                </a:cxn>
                <a:cxn ang="0">
                  <a:pos x="1427" y="676"/>
                </a:cxn>
                <a:cxn ang="0">
                  <a:pos x="1426" y="1268"/>
                </a:cxn>
                <a:cxn ang="0">
                  <a:pos x="1420" y="1302"/>
                </a:cxn>
                <a:cxn ang="0">
                  <a:pos x="1405" y="1333"/>
                </a:cxn>
                <a:cxn ang="0">
                  <a:pos x="1387" y="1362"/>
                </a:cxn>
                <a:cxn ang="0">
                  <a:pos x="1362" y="1387"/>
                </a:cxn>
                <a:cxn ang="0">
                  <a:pos x="1333" y="1405"/>
                </a:cxn>
                <a:cxn ang="0">
                  <a:pos x="1301" y="1420"/>
                </a:cxn>
                <a:cxn ang="0">
                  <a:pos x="1268" y="1426"/>
                </a:cxn>
                <a:cxn ang="0">
                  <a:pos x="176" y="1427"/>
                </a:cxn>
                <a:cxn ang="0">
                  <a:pos x="141" y="1424"/>
                </a:cxn>
                <a:cxn ang="0">
                  <a:pos x="108" y="1414"/>
                </a:cxn>
                <a:cxn ang="0">
                  <a:pos x="79" y="1397"/>
                </a:cxn>
                <a:cxn ang="0">
                  <a:pos x="52" y="1375"/>
                </a:cxn>
                <a:cxn ang="0">
                  <a:pos x="29" y="1348"/>
                </a:cxn>
                <a:cxn ang="0">
                  <a:pos x="13" y="1317"/>
                </a:cxn>
                <a:cxn ang="0">
                  <a:pos x="3" y="1286"/>
                </a:cxn>
                <a:cxn ang="0">
                  <a:pos x="0" y="1251"/>
                </a:cxn>
                <a:cxn ang="0">
                  <a:pos x="1" y="159"/>
                </a:cxn>
                <a:cxn ang="0">
                  <a:pos x="7" y="124"/>
                </a:cxn>
                <a:cxn ang="0">
                  <a:pos x="20" y="94"/>
                </a:cxn>
                <a:cxn ang="0">
                  <a:pos x="40" y="65"/>
                </a:cxn>
              </a:cxnLst>
              <a:rect l="0" t="0" r="r" b="b"/>
              <a:pathLst>
                <a:path w="1427" h="1427">
                  <a:moveTo>
                    <a:pt x="52" y="52"/>
                  </a:moveTo>
                  <a:lnTo>
                    <a:pt x="65" y="40"/>
                  </a:lnTo>
                  <a:lnTo>
                    <a:pt x="79" y="29"/>
                  </a:lnTo>
                  <a:lnTo>
                    <a:pt x="94" y="20"/>
                  </a:lnTo>
                  <a:lnTo>
                    <a:pt x="108" y="13"/>
                  </a:lnTo>
                  <a:lnTo>
                    <a:pt x="124" y="7"/>
                  </a:lnTo>
                  <a:lnTo>
                    <a:pt x="141" y="3"/>
                  </a:lnTo>
                  <a:lnTo>
                    <a:pt x="159" y="1"/>
                  </a:lnTo>
                  <a:lnTo>
                    <a:pt x="176" y="0"/>
                  </a:lnTo>
                  <a:lnTo>
                    <a:pt x="1251" y="0"/>
                  </a:lnTo>
                  <a:lnTo>
                    <a:pt x="1286" y="3"/>
                  </a:lnTo>
                  <a:lnTo>
                    <a:pt x="1319" y="14"/>
                  </a:lnTo>
                  <a:lnTo>
                    <a:pt x="1349" y="30"/>
                  </a:lnTo>
                  <a:lnTo>
                    <a:pt x="1375" y="52"/>
                  </a:lnTo>
                  <a:lnTo>
                    <a:pt x="1397" y="78"/>
                  </a:lnTo>
                  <a:lnTo>
                    <a:pt x="1413" y="108"/>
                  </a:lnTo>
                  <a:lnTo>
                    <a:pt x="1424" y="141"/>
                  </a:lnTo>
                  <a:lnTo>
                    <a:pt x="1427" y="176"/>
                  </a:lnTo>
                  <a:lnTo>
                    <a:pt x="1427" y="676"/>
                  </a:lnTo>
                  <a:lnTo>
                    <a:pt x="1343" y="676"/>
                  </a:lnTo>
                  <a:lnTo>
                    <a:pt x="1343" y="176"/>
                  </a:lnTo>
                  <a:lnTo>
                    <a:pt x="1342" y="157"/>
                  </a:lnTo>
                  <a:lnTo>
                    <a:pt x="1336" y="141"/>
                  </a:lnTo>
                  <a:lnTo>
                    <a:pt x="1327" y="125"/>
                  </a:lnTo>
                  <a:lnTo>
                    <a:pt x="1316" y="111"/>
                  </a:lnTo>
                  <a:lnTo>
                    <a:pt x="1309" y="105"/>
                  </a:lnTo>
                  <a:lnTo>
                    <a:pt x="1301" y="99"/>
                  </a:lnTo>
                  <a:lnTo>
                    <a:pt x="1294" y="95"/>
                  </a:lnTo>
                  <a:lnTo>
                    <a:pt x="1286" y="91"/>
                  </a:lnTo>
                  <a:lnTo>
                    <a:pt x="1278" y="88"/>
                  </a:lnTo>
                  <a:lnTo>
                    <a:pt x="1270" y="85"/>
                  </a:lnTo>
                  <a:lnTo>
                    <a:pt x="1260" y="84"/>
                  </a:lnTo>
                  <a:lnTo>
                    <a:pt x="1251" y="84"/>
                  </a:lnTo>
                  <a:lnTo>
                    <a:pt x="176" y="84"/>
                  </a:lnTo>
                  <a:lnTo>
                    <a:pt x="167" y="84"/>
                  </a:lnTo>
                  <a:lnTo>
                    <a:pt x="157" y="85"/>
                  </a:lnTo>
                  <a:lnTo>
                    <a:pt x="149" y="88"/>
                  </a:lnTo>
                  <a:lnTo>
                    <a:pt x="141" y="91"/>
                  </a:lnTo>
                  <a:lnTo>
                    <a:pt x="133" y="95"/>
                  </a:lnTo>
                  <a:lnTo>
                    <a:pt x="126" y="99"/>
                  </a:lnTo>
                  <a:lnTo>
                    <a:pt x="118" y="105"/>
                  </a:lnTo>
                  <a:lnTo>
                    <a:pt x="111" y="111"/>
                  </a:lnTo>
                  <a:lnTo>
                    <a:pt x="100" y="125"/>
                  </a:lnTo>
                  <a:lnTo>
                    <a:pt x="91" y="141"/>
                  </a:lnTo>
                  <a:lnTo>
                    <a:pt x="85" y="157"/>
                  </a:lnTo>
                  <a:lnTo>
                    <a:pt x="84" y="176"/>
                  </a:lnTo>
                  <a:lnTo>
                    <a:pt x="84" y="1251"/>
                  </a:lnTo>
                  <a:lnTo>
                    <a:pt x="85" y="1270"/>
                  </a:lnTo>
                  <a:lnTo>
                    <a:pt x="91" y="1287"/>
                  </a:lnTo>
                  <a:lnTo>
                    <a:pt x="100" y="1303"/>
                  </a:lnTo>
                  <a:lnTo>
                    <a:pt x="111" y="1316"/>
                  </a:lnTo>
                  <a:lnTo>
                    <a:pt x="124" y="1328"/>
                  </a:lnTo>
                  <a:lnTo>
                    <a:pt x="140" y="1336"/>
                  </a:lnTo>
                  <a:lnTo>
                    <a:pt x="157" y="1342"/>
                  </a:lnTo>
                  <a:lnTo>
                    <a:pt x="176" y="1343"/>
                  </a:lnTo>
                  <a:lnTo>
                    <a:pt x="1251" y="1343"/>
                  </a:lnTo>
                  <a:lnTo>
                    <a:pt x="1260" y="1343"/>
                  </a:lnTo>
                  <a:lnTo>
                    <a:pt x="1270" y="1342"/>
                  </a:lnTo>
                  <a:lnTo>
                    <a:pt x="1278" y="1339"/>
                  </a:lnTo>
                  <a:lnTo>
                    <a:pt x="1286" y="1336"/>
                  </a:lnTo>
                  <a:lnTo>
                    <a:pt x="1294" y="1332"/>
                  </a:lnTo>
                  <a:lnTo>
                    <a:pt x="1301" y="1328"/>
                  </a:lnTo>
                  <a:lnTo>
                    <a:pt x="1309" y="1322"/>
                  </a:lnTo>
                  <a:lnTo>
                    <a:pt x="1316" y="1316"/>
                  </a:lnTo>
                  <a:lnTo>
                    <a:pt x="1327" y="1302"/>
                  </a:lnTo>
                  <a:lnTo>
                    <a:pt x="1336" y="1286"/>
                  </a:lnTo>
                  <a:lnTo>
                    <a:pt x="1342" y="1270"/>
                  </a:lnTo>
                  <a:lnTo>
                    <a:pt x="1343" y="1251"/>
                  </a:lnTo>
                  <a:lnTo>
                    <a:pt x="1343" y="676"/>
                  </a:lnTo>
                  <a:lnTo>
                    <a:pt x="1427" y="676"/>
                  </a:lnTo>
                  <a:lnTo>
                    <a:pt x="1427" y="1251"/>
                  </a:lnTo>
                  <a:lnTo>
                    <a:pt x="1426" y="1268"/>
                  </a:lnTo>
                  <a:lnTo>
                    <a:pt x="1424" y="1286"/>
                  </a:lnTo>
                  <a:lnTo>
                    <a:pt x="1420" y="1302"/>
                  </a:lnTo>
                  <a:lnTo>
                    <a:pt x="1414" y="1317"/>
                  </a:lnTo>
                  <a:lnTo>
                    <a:pt x="1405" y="1333"/>
                  </a:lnTo>
                  <a:lnTo>
                    <a:pt x="1397" y="1348"/>
                  </a:lnTo>
                  <a:lnTo>
                    <a:pt x="1387" y="1362"/>
                  </a:lnTo>
                  <a:lnTo>
                    <a:pt x="1375" y="1375"/>
                  </a:lnTo>
                  <a:lnTo>
                    <a:pt x="1362" y="1387"/>
                  </a:lnTo>
                  <a:lnTo>
                    <a:pt x="1348" y="1397"/>
                  </a:lnTo>
                  <a:lnTo>
                    <a:pt x="1333" y="1405"/>
                  </a:lnTo>
                  <a:lnTo>
                    <a:pt x="1317" y="1414"/>
                  </a:lnTo>
                  <a:lnTo>
                    <a:pt x="1301" y="1420"/>
                  </a:lnTo>
                  <a:lnTo>
                    <a:pt x="1286" y="1424"/>
                  </a:lnTo>
                  <a:lnTo>
                    <a:pt x="1268" y="1426"/>
                  </a:lnTo>
                  <a:lnTo>
                    <a:pt x="1251" y="1427"/>
                  </a:lnTo>
                  <a:lnTo>
                    <a:pt x="176" y="1427"/>
                  </a:lnTo>
                  <a:lnTo>
                    <a:pt x="159" y="1426"/>
                  </a:lnTo>
                  <a:lnTo>
                    <a:pt x="141" y="1424"/>
                  </a:lnTo>
                  <a:lnTo>
                    <a:pt x="124" y="1420"/>
                  </a:lnTo>
                  <a:lnTo>
                    <a:pt x="108" y="1414"/>
                  </a:lnTo>
                  <a:lnTo>
                    <a:pt x="94" y="1405"/>
                  </a:lnTo>
                  <a:lnTo>
                    <a:pt x="79" y="1397"/>
                  </a:lnTo>
                  <a:lnTo>
                    <a:pt x="65" y="1387"/>
                  </a:lnTo>
                  <a:lnTo>
                    <a:pt x="52" y="1375"/>
                  </a:lnTo>
                  <a:lnTo>
                    <a:pt x="40" y="1362"/>
                  </a:lnTo>
                  <a:lnTo>
                    <a:pt x="29" y="1348"/>
                  </a:lnTo>
                  <a:lnTo>
                    <a:pt x="20" y="1333"/>
                  </a:lnTo>
                  <a:lnTo>
                    <a:pt x="13" y="1317"/>
                  </a:lnTo>
                  <a:lnTo>
                    <a:pt x="7" y="1302"/>
                  </a:lnTo>
                  <a:lnTo>
                    <a:pt x="3" y="1286"/>
                  </a:lnTo>
                  <a:lnTo>
                    <a:pt x="1" y="1268"/>
                  </a:lnTo>
                  <a:lnTo>
                    <a:pt x="0" y="1251"/>
                  </a:lnTo>
                  <a:lnTo>
                    <a:pt x="0" y="176"/>
                  </a:lnTo>
                  <a:lnTo>
                    <a:pt x="1" y="159"/>
                  </a:lnTo>
                  <a:lnTo>
                    <a:pt x="3" y="141"/>
                  </a:lnTo>
                  <a:lnTo>
                    <a:pt x="7" y="124"/>
                  </a:lnTo>
                  <a:lnTo>
                    <a:pt x="13" y="108"/>
                  </a:lnTo>
                  <a:lnTo>
                    <a:pt x="20" y="94"/>
                  </a:lnTo>
                  <a:lnTo>
                    <a:pt x="29" y="78"/>
                  </a:lnTo>
                  <a:lnTo>
                    <a:pt x="40" y="65"/>
                  </a:lnTo>
                  <a:lnTo>
                    <a:pt x="52" y="5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2"/>
            <p:cNvSpPr>
              <a:spLocks noChangeArrowheads="1"/>
            </p:cNvSpPr>
            <p:nvPr/>
          </p:nvSpPr>
          <p:spPr bwMode="auto">
            <a:xfrm>
              <a:off x="2278" y="8759"/>
              <a:ext cx="476" cy="98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3"/>
            <p:cNvSpPr>
              <a:spLocks/>
            </p:cNvSpPr>
            <p:nvPr/>
          </p:nvSpPr>
          <p:spPr bwMode="auto">
            <a:xfrm>
              <a:off x="2418" y="8859"/>
              <a:ext cx="216" cy="217"/>
            </a:xfrm>
            <a:custGeom>
              <a:avLst/>
              <a:gdLst/>
              <a:ahLst/>
              <a:cxnLst>
                <a:cxn ang="0">
                  <a:pos x="108" y="217"/>
                </a:cxn>
                <a:cxn ang="0">
                  <a:pos x="129" y="214"/>
                </a:cxn>
                <a:cxn ang="0">
                  <a:pos x="150" y="209"/>
                </a:cxn>
                <a:cxn ang="0">
                  <a:pos x="168" y="199"/>
                </a:cxn>
                <a:cxn ang="0">
                  <a:pos x="184" y="186"/>
                </a:cxn>
                <a:cxn ang="0">
                  <a:pos x="197" y="170"/>
                </a:cxn>
                <a:cxn ang="0">
                  <a:pos x="207" y="151"/>
                </a:cxn>
                <a:cxn ang="0">
                  <a:pos x="213" y="131"/>
                </a:cxn>
                <a:cxn ang="0">
                  <a:pos x="216" y="109"/>
                </a:cxn>
                <a:cxn ang="0">
                  <a:pos x="213" y="88"/>
                </a:cxn>
                <a:cxn ang="0">
                  <a:pos x="207" y="66"/>
                </a:cxn>
                <a:cxn ang="0">
                  <a:pos x="197" y="47"/>
                </a:cxn>
                <a:cxn ang="0">
                  <a:pos x="184" y="31"/>
                </a:cxn>
                <a:cxn ang="0">
                  <a:pos x="168" y="18"/>
                </a:cxn>
                <a:cxn ang="0">
                  <a:pos x="150" y="8"/>
                </a:cxn>
                <a:cxn ang="0">
                  <a:pos x="129" y="3"/>
                </a:cxn>
                <a:cxn ang="0">
                  <a:pos x="108" y="0"/>
                </a:cxn>
                <a:cxn ang="0">
                  <a:pos x="86" y="3"/>
                </a:cxn>
                <a:cxn ang="0">
                  <a:pos x="66" y="8"/>
                </a:cxn>
                <a:cxn ang="0">
                  <a:pos x="47" y="18"/>
                </a:cxn>
                <a:cxn ang="0">
                  <a:pos x="31" y="31"/>
                </a:cxn>
                <a:cxn ang="0">
                  <a:pos x="18" y="47"/>
                </a:cxn>
                <a:cxn ang="0">
                  <a:pos x="8" y="66"/>
                </a:cxn>
                <a:cxn ang="0">
                  <a:pos x="2" y="88"/>
                </a:cxn>
                <a:cxn ang="0">
                  <a:pos x="0" y="109"/>
                </a:cxn>
                <a:cxn ang="0">
                  <a:pos x="2" y="131"/>
                </a:cxn>
                <a:cxn ang="0">
                  <a:pos x="8" y="151"/>
                </a:cxn>
                <a:cxn ang="0">
                  <a:pos x="18" y="170"/>
                </a:cxn>
                <a:cxn ang="0">
                  <a:pos x="31" y="186"/>
                </a:cxn>
                <a:cxn ang="0">
                  <a:pos x="47" y="199"/>
                </a:cxn>
                <a:cxn ang="0">
                  <a:pos x="66" y="209"/>
                </a:cxn>
                <a:cxn ang="0">
                  <a:pos x="86" y="214"/>
                </a:cxn>
                <a:cxn ang="0">
                  <a:pos x="108" y="217"/>
                </a:cxn>
              </a:cxnLst>
              <a:rect l="0" t="0" r="r" b="b"/>
              <a:pathLst>
                <a:path w="216" h="217">
                  <a:moveTo>
                    <a:pt x="108" y="217"/>
                  </a:moveTo>
                  <a:lnTo>
                    <a:pt x="129" y="214"/>
                  </a:lnTo>
                  <a:lnTo>
                    <a:pt x="150" y="209"/>
                  </a:lnTo>
                  <a:lnTo>
                    <a:pt x="168" y="199"/>
                  </a:lnTo>
                  <a:lnTo>
                    <a:pt x="184" y="186"/>
                  </a:lnTo>
                  <a:lnTo>
                    <a:pt x="197" y="170"/>
                  </a:lnTo>
                  <a:lnTo>
                    <a:pt x="207" y="151"/>
                  </a:lnTo>
                  <a:lnTo>
                    <a:pt x="213" y="131"/>
                  </a:lnTo>
                  <a:lnTo>
                    <a:pt x="216" y="109"/>
                  </a:lnTo>
                  <a:lnTo>
                    <a:pt x="213" y="88"/>
                  </a:lnTo>
                  <a:lnTo>
                    <a:pt x="207" y="66"/>
                  </a:lnTo>
                  <a:lnTo>
                    <a:pt x="197" y="47"/>
                  </a:lnTo>
                  <a:lnTo>
                    <a:pt x="184" y="31"/>
                  </a:lnTo>
                  <a:lnTo>
                    <a:pt x="168" y="18"/>
                  </a:lnTo>
                  <a:lnTo>
                    <a:pt x="150" y="8"/>
                  </a:lnTo>
                  <a:lnTo>
                    <a:pt x="129" y="3"/>
                  </a:lnTo>
                  <a:lnTo>
                    <a:pt x="108" y="0"/>
                  </a:lnTo>
                  <a:lnTo>
                    <a:pt x="86" y="3"/>
                  </a:lnTo>
                  <a:lnTo>
                    <a:pt x="66" y="8"/>
                  </a:lnTo>
                  <a:lnTo>
                    <a:pt x="47" y="18"/>
                  </a:lnTo>
                  <a:lnTo>
                    <a:pt x="31" y="31"/>
                  </a:lnTo>
                  <a:lnTo>
                    <a:pt x="18" y="47"/>
                  </a:lnTo>
                  <a:lnTo>
                    <a:pt x="8" y="66"/>
                  </a:lnTo>
                  <a:lnTo>
                    <a:pt x="2" y="88"/>
                  </a:lnTo>
                  <a:lnTo>
                    <a:pt x="0" y="109"/>
                  </a:lnTo>
                  <a:lnTo>
                    <a:pt x="2" y="131"/>
                  </a:lnTo>
                  <a:lnTo>
                    <a:pt x="8" y="151"/>
                  </a:lnTo>
                  <a:lnTo>
                    <a:pt x="18" y="170"/>
                  </a:lnTo>
                  <a:lnTo>
                    <a:pt x="31" y="186"/>
                  </a:lnTo>
                  <a:lnTo>
                    <a:pt x="47" y="199"/>
                  </a:lnTo>
                  <a:lnTo>
                    <a:pt x="66" y="209"/>
                  </a:lnTo>
                  <a:lnTo>
                    <a:pt x="86" y="214"/>
                  </a:lnTo>
                  <a:lnTo>
                    <a:pt x="108" y="217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4"/>
            <p:cNvSpPr>
              <a:spLocks/>
            </p:cNvSpPr>
            <p:nvPr/>
          </p:nvSpPr>
          <p:spPr bwMode="auto">
            <a:xfrm>
              <a:off x="2418" y="9134"/>
              <a:ext cx="216" cy="216"/>
            </a:xfrm>
            <a:custGeom>
              <a:avLst/>
              <a:gdLst/>
              <a:ahLst/>
              <a:cxnLst>
                <a:cxn ang="0">
                  <a:pos x="108" y="216"/>
                </a:cxn>
                <a:cxn ang="0">
                  <a:pos x="129" y="213"/>
                </a:cxn>
                <a:cxn ang="0">
                  <a:pos x="150" y="208"/>
                </a:cxn>
                <a:cxn ang="0">
                  <a:pos x="168" y="197"/>
                </a:cxn>
                <a:cxn ang="0">
                  <a:pos x="184" y="184"/>
                </a:cxn>
                <a:cxn ang="0">
                  <a:pos x="197" y="169"/>
                </a:cxn>
                <a:cxn ang="0">
                  <a:pos x="207" y="150"/>
                </a:cxn>
                <a:cxn ang="0">
                  <a:pos x="213" y="130"/>
                </a:cxn>
                <a:cxn ang="0">
                  <a:pos x="216" y="108"/>
                </a:cxn>
                <a:cxn ang="0">
                  <a:pos x="213" y="86"/>
                </a:cxn>
                <a:cxn ang="0">
                  <a:pos x="207" y="66"/>
                </a:cxn>
                <a:cxn ang="0">
                  <a:pos x="197" y="48"/>
                </a:cxn>
                <a:cxn ang="0">
                  <a:pos x="184" y="32"/>
                </a:cxn>
                <a:cxn ang="0">
                  <a:pos x="168" y="19"/>
                </a:cxn>
                <a:cxn ang="0">
                  <a:pos x="150" y="9"/>
                </a:cxn>
                <a:cxn ang="0">
                  <a:pos x="129" y="1"/>
                </a:cxn>
                <a:cxn ang="0">
                  <a:pos x="108" y="0"/>
                </a:cxn>
                <a:cxn ang="0">
                  <a:pos x="86" y="1"/>
                </a:cxn>
                <a:cxn ang="0">
                  <a:pos x="66" y="9"/>
                </a:cxn>
                <a:cxn ang="0">
                  <a:pos x="47" y="19"/>
                </a:cxn>
                <a:cxn ang="0">
                  <a:pos x="31" y="32"/>
                </a:cxn>
                <a:cxn ang="0">
                  <a:pos x="18" y="48"/>
                </a:cxn>
                <a:cxn ang="0">
                  <a:pos x="8" y="66"/>
                </a:cxn>
                <a:cxn ang="0">
                  <a:pos x="2" y="86"/>
                </a:cxn>
                <a:cxn ang="0">
                  <a:pos x="0" y="108"/>
                </a:cxn>
                <a:cxn ang="0">
                  <a:pos x="2" y="130"/>
                </a:cxn>
                <a:cxn ang="0">
                  <a:pos x="8" y="150"/>
                </a:cxn>
                <a:cxn ang="0">
                  <a:pos x="18" y="169"/>
                </a:cxn>
                <a:cxn ang="0">
                  <a:pos x="31" y="184"/>
                </a:cxn>
                <a:cxn ang="0">
                  <a:pos x="47" y="197"/>
                </a:cxn>
                <a:cxn ang="0">
                  <a:pos x="66" y="208"/>
                </a:cxn>
                <a:cxn ang="0">
                  <a:pos x="86" y="213"/>
                </a:cxn>
                <a:cxn ang="0">
                  <a:pos x="108" y="216"/>
                </a:cxn>
              </a:cxnLst>
              <a:rect l="0" t="0" r="r" b="b"/>
              <a:pathLst>
                <a:path w="216" h="216">
                  <a:moveTo>
                    <a:pt x="108" y="216"/>
                  </a:moveTo>
                  <a:lnTo>
                    <a:pt x="129" y="213"/>
                  </a:lnTo>
                  <a:lnTo>
                    <a:pt x="150" y="208"/>
                  </a:lnTo>
                  <a:lnTo>
                    <a:pt x="168" y="197"/>
                  </a:lnTo>
                  <a:lnTo>
                    <a:pt x="184" y="184"/>
                  </a:lnTo>
                  <a:lnTo>
                    <a:pt x="197" y="169"/>
                  </a:lnTo>
                  <a:lnTo>
                    <a:pt x="207" y="150"/>
                  </a:lnTo>
                  <a:lnTo>
                    <a:pt x="213" y="130"/>
                  </a:lnTo>
                  <a:lnTo>
                    <a:pt x="216" y="108"/>
                  </a:lnTo>
                  <a:lnTo>
                    <a:pt x="213" y="86"/>
                  </a:lnTo>
                  <a:lnTo>
                    <a:pt x="207" y="66"/>
                  </a:lnTo>
                  <a:lnTo>
                    <a:pt x="197" y="48"/>
                  </a:lnTo>
                  <a:lnTo>
                    <a:pt x="184" y="32"/>
                  </a:lnTo>
                  <a:lnTo>
                    <a:pt x="168" y="19"/>
                  </a:lnTo>
                  <a:lnTo>
                    <a:pt x="150" y="9"/>
                  </a:lnTo>
                  <a:lnTo>
                    <a:pt x="129" y="1"/>
                  </a:lnTo>
                  <a:lnTo>
                    <a:pt x="108" y="0"/>
                  </a:lnTo>
                  <a:lnTo>
                    <a:pt x="86" y="1"/>
                  </a:lnTo>
                  <a:lnTo>
                    <a:pt x="66" y="9"/>
                  </a:lnTo>
                  <a:lnTo>
                    <a:pt x="47" y="19"/>
                  </a:lnTo>
                  <a:lnTo>
                    <a:pt x="31" y="32"/>
                  </a:lnTo>
                  <a:lnTo>
                    <a:pt x="18" y="48"/>
                  </a:lnTo>
                  <a:lnTo>
                    <a:pt x="8" y="66"/>
                  </a:lnTo>
                  <a:lnTo>
                    <a:pt x="2" y="86"/>
                  </a:lnTo>
                  <a:lnTo>
                    <a:pt x="0" y="108"/>
                  </a:lnTo>
                  <a:lnTo>
                    <a:pt x="2" y="130"/>
                  </a:lnTo>
                  <a:lnTo>
                    <a:pt x="8" y="150"/>
                  </a:lnTo>
                  <a:lnTo>
                    <a:pt x="18" y="169"/>
                  </a:lnTo>
                  <a:lnTo>
                    <a:pt x="31" y="184"/>
                  </a:lnTo>
                  <a:lnTo>
                    <a:pt x="47" y="197"/>
                  </a:lnTo>
                  <a:lnTo>
                    <a:pt x="66" y="208"/>
                  </a:lnTo>
                  <a:lnTo>
                    <a:pt x="86" y="213"/>
                  </a:lnTo>
                  <a:lnTo>
                    <a:pt x="108" y="216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5"/>
            <p:cNvSpPr>
              <a:spLocks/>
            </p:cNvSpPr>
            <p:nvPr/>
          </p:nvSpPr>
          <p:spPr bwMode="auto">
            <a:xfrm>
              <a:off x="2418" y="9414"/>
              <a:ext cx="216" cy="216"/>
            </a:xfrm>
            <a:custGeom>
              <a:avLst/>
              <a:gdLst/>
              <a:ahLst/>
              <a:cxnLst>
                <a:cxn ang="0">
                  <a:pos x="108" y="216"/>
                </a:cxn>
                <a:cxn ang="0">
                  <a:pos x="129" y="213"/>
                </a:cxn>
                <a:cxn ang="0">
                  <a:pos x="150" y="207"/>
                </a:cxn>
                <a:cxn ang="0">
                  <a:pos x="168" y="197"/>
                </a:cxn>
                <a:cxn ang="0">
                  <a:pos x="184" y="184"/>
                </a:cxn>
                <a:cxn ang="0">
                  <a:pos x="197" y="168"/>
                </a:cxn>
                <a:cxn ang="0">
                  <a:pos x="207" y="150"/>
                </a:cxn>
                <a:cxn ang="0">
                  <a:pos x="213" y="129"/>
                </a:cxn>
                <a:cxn ang="0">
                  <a:pos x="216" y="108"/>
                </a:cxn>
                <a:cxn ang="0">
                  <a:pos x="213" y="86"/>
                </a:cxn>
                <a:cxn ang="0">
                  <a:pos x="207" y="66"/>
                </a:cxn>
                <a:cxn ang="0">
                  <a:pos x="197" y="47"/>
                </a:cxn>
                <a:cxn ang="0">
                  <a:pos x="184" y="31"/>
                </a:cxn>
                <a:cxn ang="0">
                  <a:pos x="168" y="18"/>
                </a:cxn>
                <a:cxn ang="0">
                  <a:pos x="150" y="8"/>
                </a:cxn>
                <a:cxn ang="0">
                  <a:pos x="129" y="1"/>
                </a:cxn>
                <a:cxn ang="0">
                  <a:pos x="108" y="0"/>
                </a:cxn>
                <a:cxn ang="0">
                  <a:pos x="86" y="1"/>
                </a:cxn>
                <a:cxn ang="0">
                  <a:pos x="66" y="8"/>
                </a:cxn>
                <a:cxn ang="0">
                  <a:pos x="47" y="18"/>
                </a:cxn>
                <a:cxn ang="0">
                  <a:pos x="31" y="31"/>
                </a:cxn>
                <a:cxn ang="0">
                  <a:pos x="18" y="47"/>
                </a:cxn>
                <a:cxn ang="0">
                  <a:pos x="8" y="66"/>
                </a:cxn>
                <a:cxn ang="0">
                  <a:pos x="2" y="86"/>
                </a:cxn>
                <a:cxn ang="0">
                  <a:pos x="0" y="108"/>
                </a:cxn>
                <a:cxn ang="0">
                  <a:pos x="2" y="129"/>
                </a:cxn>
                <a:cxn ang="0">
                  <a:pos x="8" y="150"/>
                </a:cxn>
                <a:cxn ang="0">
                  <a:pos x="18" y="168"/>
                </a:cxn>
                <a:cxn ang="0">
                  <a:pos x="31" y="184"/>
                </a:cxn>
                <a:cxn ang="0">
                  <a:pos x="47" y="197"/>
                </a:cxn>
                <a:cxn ang="0">
                  <a:pos x="66" y="207"/>
                </a:cxn>
                <a:cxn ang="0">
                  <a:pos x="86" y="213"/>
                </a:cxn>
                <a:cxn ang="0">
                  <a:pos x="108" y="216"/>
                </a:cxn>
              </a:cxnLst>
              <a:rect l="0" t="0" r="r" b="b"/>
              <a:pathLst>
                <a:path w="216" h="216">
                  <a:moveTo>
                    <a:pt x="108" y="216"/>
                  </a:moveTo>
                  <a:lnTo>
                    <a:pt x="129" y="213"/>
                  </a:lnTo>
                  <a:lnTo>
                    <a:pt x="150" y="207"/>
                  </a:lnTo>
                  <a:lnTo>
                    <a:pt x="168" y="197"/>
                  </a:lnTo>
                  <a:lnTo>
                    <a:pt x="184" y="184"/>
                  </a:lnTo>
                  <a:lnTo>
                    <a:pt x="197" y="168"/>
                  </a:lnTo>
                  <a:lnTo>
                    <a:pt x="207" y="150"/>
                  </a:lnTo>
                  <a:lnTo>
                    <a:pt x="213" y="129"/>
                  </a:lnTo>
                  <a:lnTo>
                    <a:pt x="216" y="108"/>
                  </a:lnTo>
                  <a:lnTo>
                    <a:pt x="213" y="86"/>
                  </a:lnTo>
                  <a:lnTo>
                    <a:pt x="207" y="66"/>
                  </a:lnTo>
                  <a:lnTo>
                    <a:pt x="197" y="47"/>
                  </a:lnTo>
                  <a:lnTo>
                    <a:pt x="184" y="31"/>
                  </a:lnTo>
                  <a:lnTo>
                    <a:pt x="168" y="18"/>
                  </a:lnTo>
                  <a:lnTo>
                    <a:pt x="150" y="8"/>
                  </a:lnTo>
                  <a:lnTo>
                    <a:pt x="129" y="1"/>
                  </a:lnTo>
                  <a:lnTo>
                    <a:pt x="108" y="0"/>
                  </a:lnTo>
                  <a:lnTo>
                    <a:pt x="86" y="1"/>
                  </a:lnTo>
                  <a:lnTo>
                    <a:pt x="66" y="8"/>
                  </a:lnTo>
                  <a:lnTo>
                    <a:pt x="47" y="18"/>
                  </a:lnTo>
                  <a:lnTo>
                    <a:pt x="31" y="31"/>
                  </a:lnTo>
                  <a:lnTo>
                    <a:pt x="18" y="47"/>
                  </a:lnTo>
                  <a:lnTo>
                    <a:pt x="8" y="66"/>
                  </a:lnTo>
                  <a:lnTo>
                    <a:pt x="2" y="86"/>
                  </a:lnTo>
                  <a:lnTo>
                    <a:pt x="0" y="108"/>
                  </a:lnTo>
                  <a:lnTo>
                    <a:pt x="2" y="129"/>
                  </a:lnTo>
                  <a:lnTo>
                    <a:pt x="8" y="150"/>
                  </a:lnTo>
                  <a:lnTo>
                    <a:pt x="18" y="168"/>
                  </a:lnTo>
                  <a:lnTo>
                    <a:pt x="31" y="184"/>
                  </a:lnTo>
                  <a:lnTo>
                    <a:pt x="47" y="197"/>
                  </a:lnTo>
                  <a:lnTo>
                    <a:pt x="66" y="207"/>
                  </a:lnTo>
                  <a:lnTo>
                    <a:pt x="86" y="213"/>
                  </a:lnTo>
                  <a:lnTo>
                    <a:pt x="108" y="216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26"/>
            <p:cNvSpPr>
              <a:spLocks noChangeArrowheads="1"/>
            </p:cNvSpPr>
            <p:nvPr/>
          </p:nvSpPr>
          <p:spPr bwMode="auto">
            <a:xfrm>
              <a:off x="2242" y="8716"/>
              <a:ext cx="549" cy="7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7"/>
            <p:cNvSpPr>
              <a:spLocks/>
            </p:cNvSpPr>
            <p:nvPr/>
          </p:nvSpPr>
          <p:spPr bwMode="auto">
            <a:xfrm>
              <a:off x="2122" y="8844"/>
              <a:ext cx="213" cy="198"/>
            </a:xfrm>
            <a:custGeom>
              <a:avLst/>
              <a:gdLst/>
              <a:ahLst/>
              <a:cxnLst>
                <a:cxn ang="0">
                  <a:pos x="196" y="0"/>
                </a:cxn>
                <a:cxn ang="0">
                  <a:pos x="0" y="0"/>
                </a:cxn>
                <a:cxn ang="0">
                  <a:pos x="0" y="41"/>
                </a:cxn>
                <a:cxn ang="0">
                  <a:pos x="37" y="41"/>
                </a:cxn>
                <a:cxn ang="0">
                  <a:pos x="39" y="48"/>
                </a:cxn>
                <a:cxn ang="0">
                  <a:pos x="44" y="65"/>
                </a:cxn>
                <a:cxn ang="0">
                  <a:pos x="56" y="91"/>
                </a:cxn>
                <a:cxn ang="0">
                  <a:pos x="72" y="120"/>
                </a:cxn>
                <a:cxn ang="0">
                  <a:pos x="95" y="149"/>
                </a:cxn>
                <a:cxn ang="0">
                  <a:pos x="127" y="175"/>
                </a:cxn>
                <a:cxn ang="0">
                  <a:pos x="166" y="192"/>
                </a:cxn>
                <a:cxn ang="0">
                  <a:pos x="213" y="198"/>
                </a:cxn>
                <a:cxn ang="0">
                  <a:pos x="196" y="0"/>
                </a:cxn>
              </a:cxnLst>
              <a:rect l="0" t="0" r="r" b="b"/>
              <a:pathLst>
                <a:path w="213" h="198">
                  <a:moveTo>
                    <a:pt x="196" y="0"/>
                  </a:moveTo>
                  <a:lnTo>
                    <a:pt x="0" y="0"/>
                  </a:lnTo>
                  <a:lnTo>
                    <a:pt x="0" y="41"/>
                  </a:lnTo>
                  <a:lnTo>
                    <a:pt x="37" y="41"/>
                  </a:lnTo>
                  <a:lnTo>
                    <a:pt x="39" y="48"/>
                  </a:lnTo>
                  <a:lnTo>
                    <a:pt x="44" y="65"/>
                  </a:lnTo>
                  <a:lnTo>
                    <a:pt x="56" y="91"/>
                  </a:lnTo>
                  <a:lnTo>
                    <a:pt x="72" y="120"/>
                  </a:lnTo>
                  <a:lnTo>
                    <a:pt x="95" y="149"/>
                  </a:lnTo>
                  <a:lnTo>
                    <a:pt x="127" y="175"/>
                  </a:lnTo>
                  <a:lnTo>
                    <a:pt x="166" y="192"/>
                  </a:lnTo>
                  <a:lnTo>
                    <a:pt x="213" y="198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8"/>
            <p:cNvSpPr>
              <a:spLocks/>
            </p:cNvSpPr>
            <p:nvPr/>
          </p:nvSpPr>
          <p:spPr bwMode="auto">
            <a:xfrm>
              <a:off x="2122" y="9112"/>
              <a:ext cx="213" cy="198"/>
            </a:xfrm>
            <a:custGeom>
              <a:avLst/>
              <a:gdLst/>
              <a:ahLst/>
              <a:cxnLst>
                <a:cxn ang="0">
                  <a:pos x="196" y="0"/>
                </a:cxn>
                <a:cxn ang="0">
                  <a:pos x="0" y="0"/>
                </a:cxn>
                <a:cxn ang="0">
                  <a:pos x="0" y="41"/>
                </a:cxn>
                <a:cxn ang="0">
                  <a:pos x="37" y="41"/>
                </a:cxn>
                <a:cxn ang="0">
                  <a:pos x="39" y="48"/>
                </a:cxn>
                <a:cxn ang="0">
                  <a:pos x="44" y="65"/>
                </a:cxn>
                <a:cxn ang="0">
                  <a:pos x="56" y="91"/>
                </a:cxn>
                <a:cxn ang="0">
                  <a:pos x="72" y="120"/>
                </a:cxn>
                <a:cxn ang="0">
                  <a:pos x="95" y="149"/>
                </a:cxn>
                <a:cxn ang="0">
                  <a:pos x="127" y="175"/>
                </a:cxn>
                <a:cxn ang="0">
                  <a:pos x="166" y="192"/>
                </a:cxn>
                <a:cxn ang="0">
                  <a:pos x="213" y="198"/>
                </a:cxn>
                <a:cxn ang="0">
                  <a:pos x="196" y="0"/>
                </a:cxn>
              </a:cxnLst>
              <a:rect l="0" t="0" r="r" b="b"/>
              <a:pathLst>
                <a:path w="213" h="198">
                  <a:moveTo>
                    <a:pt x="196" y="0"/>
                  </a:moveTo>
                  <a:lnTo>
                    <a:pt x="0" y="0"/>
                  </a:lnTo>
                  <a:lnTo>
                    <a:pt x="0" y="41"/>
                  </a:lnTo>
                  <a:lnTo>
                    <a:pt x="37" y="41"/>
                  </a:lnTo>
                  <a:lnTo>
                    <a:pt x="39" y="48"/>
                  </a:lnTo>
                  <a:lnTo>
                    <a:pt x="44" y="65"/>
                  </a:lnTo>
                  <a:lnTo>
                    <a:pt x="56" y="91"/>
                  </a:lnTo>
                  <a:lnTo>
                    <a:pt x="72" y="120"/>
                  </a:lnTo>
                  <a:lnTo>
                    <a:pt x="95" y="149"/>
                  </a:lnTo>
                  <a:lnTo>
                    <a:pt x="127" y="175"/>
                  </a:lnTo>
                  <a:lnTo>
                    <a:pt x="166" y="192"/>
                  </a:lnTo>
                  <a:lnTo>
                    <a:pt x="213" y="198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9"/>
            <p:cNvSpPr>
              <a:spLocks/>
            </p:cNvSpPr>
            <p:nvPr/>
          </p:nvSpPr>
          <p:spPr bwMode="auto">
            <a:xfrm>
              <a:off x="2122" y="9395"/>
              <a:ext cx="213" cy="197"/>
            </a:xfrm>
            <a:custGeom>
              <a:avLst/>
              <a:gdLst/>
              <a:ahLst/>
              <a:cxnLst>
                <a:cxn ang="0">
                  <a:pos x="196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37" y="40"/>
                </a:cxn>
                <a:cxn ang="0">
                  <a:pos x="39" y="47"/>
                </a:cxn>
                <a:cxn ang="0">
                  <a:pos x="44" y="65"/>
                </a:cxn>
                <a:cxn ang="0">
                  <a:pos x="56" y="91"/>
                </a:cxn>
                <a:cxn ang="0">
                  <a:pos x="72" y="119"/>
                </a:cxn>
                <a:cxn ang="0">
                  <a:pos x="95" y="148"/>
                </a:cxn>
                <a:cxn ang="0">
                  <a:pos x="127" y="174"/>
                </a:cxn>
                <a:cxn ang="0">
                  <a:pos x="166" y="192"/>
                </a:cxn>
                <a:cxn ang="0">
                  <a:pos x="213" y="197"/>
                </a:cxn>
                <a:cxn ang="0">
                  <a:pos x="196" y="0"/>
                </a:cxn>
              </a:cxnLst>
              <a:rect l="0" t="0" r="r" b="b"/>
              <a:pathLst>
                <a:path w="213" h="197">
                  <a:moveTo>
                    <a:pt x="196" y="0"/>
                  </a:moveTo>
                  <a:lnTo>
                    <a:pt x="0" y="0"/>
                  </a:lnTo>
                  <a:lnTo>
                    <a:pt x="0" y="40"/>
                  </a:lnTo>
                  <a:lnTo>
                    <a:pt x="37" y="40"/>
                  </a:lnTo>
                  <a:lnTo>
                    <a:pt x="39" y="47"/>
                  </a:lnTo>
                  <a:lnTo>
                    <a:pt x="44" y="65"/>
                  </a:lnTo>
                  <a:lnTo>
                    <a:pt x="56" y="91"/>
                  </a:lnTo>
                  <a:lnTo>
                    <a:pt x="72" y="119"/>
                  </a:lnTo>
                  <a:lnTo>
                    <a:pt x="95" y="148"/>
                  </a:lnTo>
                  <a:lnTo>
                    <a:pt x="127" y="174"/>
                  </a:lnTo>
                  <a:lnTo>
                    <a:pt x="166" y="192"/>
                  </a:lnTo>
                  <a:lnTo>
                    <a:pt x="213" y="197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30"/>
            <p:cNvSpPr>
              <a:spLocks/>
            </p:cNvSpPr>
            <p:nvPr/>
          </p:nvSpPr>
          <p:spPr bwMode="auto">
            <a:xfrm>
              <a:off x="2697" y="8844"/>
              <a:ext cx="214" cy="198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4" y="0"/>
                </a:cxn>
                <a:cxn ang="0">
                  <a:pos x="214" y="41"/>
                </a:cxn>
                <a:cxn ang="0">
                  <a:pos x="176" y="41"/>
                </a:cxn>
                <a:cxn ang="0">
                  <a:pos x="175" y="48"/>
                </a:cxn>
                <a:cxn ang="0">
                  <a:pos x="169" y="65"/>
                </a:cxn>
                <a:cxn ang="0">
                  <a:pos x="158" y="91"/>
                </a:cxn>
                <a:cxn ang="0">
                  <a:pos x="142" y="120"/>
                </a:cxn>
                <a:cxn ang="0">
                  <a:pos x="119" y="149"/>
                </a:cxn>
                <a:cxn ang="0">
                  <a:pos x="87" y="175"/>
                </a:cxn>
                <a:cxn ang="0">
                  <a:pos x="48" y="192"/>
                </a:cxn>
                <a:cxn ang="0">
                  <a:pos x="0" y="198"/>
                </a:cxn>
                <a:cxn ang="0">
                  <a:pos x="19" y="0"/>
                </a:cxn>
              </a:cxnLst>
              <a:rect l="0" t="0" r="r" b="b"/>
              <a:pathLst>
                <a:path w="214" h="198">
                  <a:moveTo>
                    <a:pt x="19" y="0"/>
                  </a:moveTo>
                  <a:lnTo>
                    <a:pt x="214" y="0"/>
                  </a:lnTo>
                  <a:lnTo>
                    <a:pt x="214" y="41"/>
                  </a:lnTo>
                  <a:lnTo>
                    <a:pt x="176" y="41"/>
                  </a:lnTo>
                  <a:lnTo>
                    <a:pt x="175" y="48"/>
                  </a:lnTo>
                  <a:lnTo>
                    <a:pt x="169" y="65"/>
                  </a:lnTo>
                  <a:lnTo>
                    <a:pt x="158" y="91"/>
                  </a:lnTo>
                  <a:lnTo>
                    <a:pt x="142" y="120"/>
                  </a:lnTo>
                  <a:lnTo>
                    <a:pt x="119" y="149"/>
                  </a:lnTo>
                  <a:lnTo>
                    <a:pt x="87" y="175"/>
                  </a:lnTo>
                  <a:lnTo>
                    <a:pt x="48" y="192"/>
                  </a:lnTo>
                  <a:lnTo>
                    <a:pt x="0" y="198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31"/>
            <p:cNvSpPr>
              <a:spLocks/>
            </p:cNvSpPr>
            <p:nvPr/>
          </p:nvSpPr>
          <p:spPr bwMode="auto">
            <a:xfrm>
              <a:off x="2697" y="9112"/>
              <a:ext cx="214" cy="198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4" y="0"/>
                </a:cxn>
                <a:cxn ang="0">
                  <a:pos x="214" y="41"/>
                </a:cxn>
                <a:cxn ang="0">
                  <a:pos x="176" y="41"/>
                </a:cxn>
                <a:cxn ang="0">
                  <a:pos x="175" y="48"/>
                </a:cxn>
                <a:cxn ang="0">
                  <a:pos x="169" y="65"/>
                </a:cxn>
                <a:cxn ang="0">
                  <a:pos x="158" y="91"/>
                </a:cxn>
                <a:cxn ang="0">
                  <a:pos x="142" y="120"/>
                </a:cxn>
                <a:cxn ang="0">
                  <a:pos x="119" y="149"/>
                </a:cxn>
                <a:cxn ang="0">
                  <a:pos x="87" y="175"/>
                </a:cxn>
                <a:cxn ang="0">
                  <a:pos x="48" y="192"/>
                </a:cxn>
                <a:cxn ang="0">
                  <a:pos x="0" y="198"/>
                </a:cxn>
                <a:cxn ang="0">
                  <a:pos x="19" y="0"/>
                </a:cxn>
              </a:cxnLst>
              <a:rect l="0" t="0" r="r" b="b"/>
              <a:pathLst>
                <a:path w="214" h="198">
                  <a:moveTo>
                    <a:pt x="19" y="0"/>
                  </a:moveTo>
                  <a:lnTo>
                    <a:pt x="214" y="0"/>
                  </a:lnTo>
                  <a:lnTo>
                    <a:pt x="214" y="41"/>
                  </a:lnTo>
                  <a:lnTo>
                    <a:pt x="176" y="41"/>
                  </a:lnTo>
                  <a:lnTo>
                    <a:pt x="175" y="48"/>
                  </a:lnTo>
                  <a:lnTo>
                    <a:pt x="169" y="65"/>
                  </a:lnTo>
                  <a:lnTo>
                    <a:pt x="158" y="91"/>
                  </a:lnTo>
                  <a:lnTo>
                    <a:pt x="142" y="120"/>
                  </a:lnTo>
                  <a:lnTo>
                    <a:pt x="119" y="149"/>
                  </a:lnTo>
                  <a:lnTo>
                    <a:pt x="87" y="175"/>
                  </a:lnTo>
                  <a:lnTo>
                    <a:pt x="48" y="192"/>
                  </a:lnTo>
                  <a:lnTo>
                    <a:pt x="0" y="198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32"/>
            <p:cNvSpPr>
              <a:spLocks/>
            </p:cNvSpPr>
            <p:nvPr/>
          </p:nvSpPr>
          <p:spPr bwMode="auto">
            <a:xfrm>
              <a:off x="2697" y="9395"/>
              <a:ext cx="214" cy="19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4" y="0"/>
                </a:cxn>
                <a:cxn ang="0">
                  <a:pos x="214" y="40"/>
                </a:cxn>
                <a:cxn ang="0">
                  <a:pos x="176" y="40"/>
                </a:cxn>
                <a:cxn ang="0">
                  <a:pos x="175" y="47"/>
                </a:cxn>
                <a:cxn ang="0">
                  <a:pos x="169" y="65"/>
                </a:cxn>
                <a:cxn ang="0">
                  <a:pos x="158" y="91"/>
                </a:cxn>
                <a:cxn ang="0">
                  <a:pos x="142" y="119"/>
                </a:cxn>
                <a:cxn ang="0">
                  <a:pos x="119" y="148"/>
                </a:cxn>
                <a:cxn ang="0">
                  <a:pos x="87" y="174"/>
                </a:cxn>
                <a:cxn ang="0">
                  <a:pos x="48" y="192"/>
                </a:cxn>
                <a:cxn ang="0">
                  <a:pos x="0" y="197"/>
                </a:cxn>
                <a:cxn ang="0">
                  <a:pos x="19" y="0"/>
                </a:cxn>
              </a:cxnLst>
              <a:rect l="0" t="0" r="r" b="b"/>
              <a:pathLst>
                <a:path w="214" h="197">
                  <a:moveTo>
                    <a:pt x="19" y="0"/>
                  </a:moveTo>
                  <a:lnTo>
                    <a:pt x="214" y="0"/>
                  </a:lnTo>
                  <a:lnTo>
                    <a:pt x="214" y="40"/>
                  </a:lnTo>
                  <a:lnTo>
                    <a:pt x="176" y="40"/>
                  </a:lnTo>
                  <a:lnTo>
                    <a:pt x="175" y="47"/>
                  </a:lnTo>
                  <a:lnTo>
                    <a:pt x="169" y="65"/>
                  </a:lnTo>
                  <a:lnTo>
                    <a:pt x="158" y="91"/>
                  </a:lnTo>
                  <a:lnTo>
                    <a:pt x="142" y="119"/>
                  </a:lnTo>
                  <a:lnTo>
                    <a:pt x="119" y="148"/>
                  </a:lnTo>
                  <a:lnTo>
                    <a:pt x="87" y="174"/>
                  </a:lnTo>
                  <a:lnTo>
                    <a:pt x="48" y="192"/>
                  </a:lnTo>
                  <a:lnTo>
                    <a:pt x="0" y="197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33"/>
            <p:cNvSpPr>
              <a:spLocks noChangeArrowheads="1"/>
            </p:cNvSpPr>
            <p:nvPr/>
          </p:nvSpPr>
          <p:spPr bwMode="auto">
            <a:xfrm>
              <a:off x="2487" y="8540"/>
              <a:ext cx="59" cy="3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85800" y="5029200"/>
            <a:ext cx="906463" cy="906463"/>
            <a:chOff x="685800" y="5029200"/>
            <a:chExt cx="906463" cy="906463"/>
          </a:xfrm>
        </p:grpSpPr>
        <p:sp>
          <p:nvSpPr>
            <p:cNvPr id="22" name="AutoShape 19"/>
            <p:cNvSpPr>
              <a:spLocks noChangeAspect="1" noChangeArrowheads="1"/>
            </p:cNvSpPr>
            <p:nvPr/>
          </p:nvSpPr>
          <p:spPr bwMode="auto">
            <a:xfrm>
              <a:off x="685800" y="5029200"/>
              <a:ext cx="906463" cy="906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709938" y="5067949"/>
              <a:ext cx="841035" cy="844211"/>
            </a:xfrm>
            <a:custGeom>
              <a:avLst/>
              <a:gdLst/>
              <a:ahLst/>
              <a:cxnLst>
                <a:cxn ang="0">
                  <a:pos x="134" y="1329"/>
                </a:cxn>
                <a:cxn ang="0">
                  <a:pos x="106" y="1326"/>
                </a:cxn>
                <a:cxn ang="0">
                  <a:pos x="82" y="1318"/>
                </a:cxn>
                <a:cxn ang="0">
                  <a:pos x="59" y="1305"/>
                </a:cxn>
                <a:cxn ang="0">
                  <a:pos x="38" y="1290"/>
                </a:cxn>
                <a:cxn ang="0">
                  <a:pos x="23" y="1269"/>
                </a:cxn>
                <a:cxn ang="0">
                  <a:pos x="10" y="1246"/>
                </a:cxn>
                <a:cxn ang="0">
                  <a:pos x="2" y="1222"/>
                </a:cxn>
                <a:cxn ang="0">
                  <a:pos x="0" y="1194"/>
                </a:cxn>
                <a:cxn ang="0">
                  <a:pos x="0" y="134"/>
                </a:cxn>
                <a:cxn ang="0">
                  <a:pos x="2" y="106"/>
                </a:cxn>
                <a:cxn ang="0">
                  <a:pos x="10" y="82"/>
                </a:cxn>
                <a:cxn ang="0">
                  <a:pos x="23" y="59"/>
                </a:cxn>
                <a:cxn ang="0">
                  <a:pos x="38" y="38"/>
                </a:cxn>
                <a:cxn ang="0">
                  <a:pos x="59" y="23"/>
                </a:cxn>
                <a:cxn ang="0">
                  <a:pos x="82" y="10"/>
                </a:cxn>
                <a:cxn ang="0">
                  <a:pos x="106" y="2"/>
                </a:cxn>
                <a:cxn ang="0">
                  <a:pos x="134" y="0"/>
                </a:cxn>
                <a:cxn ang="0">
                  <a:pos x="1188" y="0"/>
                </a:cxn>
                <a:cxn ang="0">
                  <a:pos x="1216" y="2"/>
                </a:cxn>
                <a:cxn ang="0">
                  <a:pos x="1242" y="10"/>
                </a:cxn>
                <a:cxn ang="0">
                  <a:pos x="1265" y="23"/>
                </a:cxn>
                <a:cxn ang="0">
                  <a:pos x="1285" y="38"/>
                </a:cxn>
                <a:cxn ang="0">
                  <a:pos x="1301" y="59"/>
                </a:cxn>
                <a:cxn ang="0">
                  <a:pos x="1314" y="82"/>
                </a:cxn>
                <a:cxn ang="0">
                  <a:pos x="1321" y="106"/>
                </a:cxn>
                <a:cxn ang="0">
                  <a:pos x="1324" y="134"/>
                </a:cxn>
                <a:cxn ang="0">
                  <a:pos x="1324" y="1194"/>
                </a:cxn>
                <a:cxn ang="0">
                  <a:pos x="1321" y="1222"/>
                </a:cxn>
                <a:cxn ang="0">
                  <a:pos x="1314" y="1246"/>
                </a:cxn>
                <a:cxn ang="0">
                  <a:pos x="1301" y="1269"/>
                </a:cxn>
                <a:cxn ang="0">
                  <a:pos x="1285" y="1290"/>
                </a:cxn>
                <a:cxn ang="0">
                  <a:pos x="1265" y="1305"/>
                </a:cxn>
                <a:cxn ang="0">
                  <a:pos x="1242" y="1318"/>
                </a:cxn>
                <a:cxn ang="0">
                  <a:pos x="1216" y="1326"/>
                </a:cxn>
                <a:cxn ang="0">
                  <a:pos x="1188" y="1329"/>
                </a:cxn>
                <a:cxn ang="0">
                  <a:pos x="134" y="1329"/>
                </a:cxn>
              </a:cxnLst>
              <a:rect l="0" t="0" r="r" b="b"/>
              <a:pathLst>
                <a:path w="1324" h="1329">
                  <a:moveTo>
                    <a:pt x="134" y="1329"/>
                  </a:moveTo>
                  <a:lnTo>
                    <a:pt x="106" y="1326"/>
                  </a:lnTo>
                  <a:lnTo>
                    <a:pt x="82" y="1318"/>
                  </a:lnTo>
                  <a:lnTo>
                    <a:pt x="59" y="1305"/>
                  </a:lnTo>
                  <a:lnTo>
                    <a:pt x="38" y="1290"/>
                  </a:lnTo>
                  <a:lnTo>
                    <a:pt x="23" y="1269"/>
                  </a:lnTo>
                  <a:lnTo>
                    <a:pt x="10" y="1246"/>
                  </a:lnTo>
                  <a:lnTo>
                    <a:pt x="2" y="1222"/>
                  </a:lnTo>
                  <a:lnTo>
                    <a:pt x="0" y="1194"/>
                  </a:lnTo>
                  <a:lnTo>
                    <a:pt x="0" y="134"/>
                  </a:lnTo>
                  <a:lnTo>
                    <a:pt x="2" y="106"/>
                  </a:lnTo>
                  <a:lnTo>
                    <a:pt x="10" y="82"/>
                  </a:lnTo>
                  <a:lnTo>
                    <a:pt x="23" y="59"/>
                  </a:lnTo>
                  <a:lnTo>
                    <a:pt x="38" y="38"/>
                  </a:lnTo>
                  <a:lnTo>
                    <a:pt x="59" y="23"/>
                  </a:lnTo>
                  <a:lnTo>
                    <a:pt x="82" y="10"/>
                  </a:lnTo>
                  <a:lnTo>
                    <a:pt x="106" y="2"/>
                  </a:lnTo>
                  <a:lnTo>
                    <a:pt x="134" y="0"/>
                  </a:lnTo>
                  <a:lnTo>
                    <a:pt x="1188" y="0"/>
                  </a:lnTo>
                  <a:lnTo>
                    <a:pt x="1216" y="2"/>
                  </a:lnTo>
                  <a:lnTo>
                    <a:pt x="1242" y="10"/>
                  </a:lnTo>
                  <a:lnTo>
                    <a:pt x="1265" y="23"/>
                  </a:lnTo>
                  <a:lnTo>
                    <a:pt x="1285" y="38"/>
                  </a:lnTo>
                  <a:lnTo>
                    <a:pt x="1301" y="59"/>
                  </a:lnTo>
                  <a:lnTo>
                    <a:pt x="1314" y="82"/>
                  </a:lnTo>
                  <a:lnTo>
                    <a:pt x="1321" y="106"/>
                  </a:lnTo>
                  <a:lnTo>
                    <a:pt x="1324" y="134"/>
                  </a:lnTo>
                  <a:lnTo>
                    <a:pt x="1324" y="1194"/>
                  </a:lnTo>
                  <a:lnTo>
                    <a:pt x="1321" y="1222"/>
                  </a:lnTo>
                  <a:lnTo>
                    <a:pt x="1314" y="1246"/>
                  </a:lnTo>
                  <a:lnTo>
                    <a:pt x="1301" y="1269"/>
                  </a:lnTo>
                  <a:lnTo>
                    <a:pt x="1285" y="1290"/>
                  </a:lnTo>
                  <a:lnTo>
                    <a:pt x="1265" y="1305"/>
                  </a:lnTo>
                  <a:lnTo>
                    <a:pt x="1242" y="1318"/>
                  </a:lnTo>
                  <a:lnTo>
                    <a:pt x="1216" y="1326"/>
                  </a:lnTo>
                  <a:lnTo>
                    <a:pt x="1188" y="1329"/>
                  </a:lnTo>
                  <a:lnTo>
                    <a:pt x="134" y="1329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685800" y="5029200"/>
              <a:ext cx="906463" cy="906463"/>
            </a:xfrm>
            <a:custGeom>
              <a:avLst/>
              <a:gdLst/>
              <a:ahLst/>
              <a:cxnLst>
                <a:cxn ang="0">
                  <a:pos x="65" y="40"/>
                </a:cxn>
                <a:cxn ang="0">
                  <a:pos x="94" y="20"/>
                </a:cxn>
                <a:cxn ang="0">
                  <a:pos x="124" y="7"/>
                </a:cxn>
                <a:cxn ang="0">
                  <a:pos x="159" y="1"/>
                </a:cxn>
                <a:cxn ang="0">
                  <a:pos x="1251" y="0"/>
                </a:cxn>
                <a:cxn ang="0">
                  <a:pos x="1319" y="14"/>
                </a:cxn>
                <a:cxn ang="0">
                  <a:pos x="1375" y="52"/>
                </a:cxn>
                <a:cxn ang="0">
                  <a:pos x="1413" y="108"/>
                </a:cxn>
                <a:cxn ang="0">
                  <a:pos x="1427" y="176"/>
                </a:cxn>
                <a:cxn ang="0">
                  <a:pos x="1343" y="676"/>
                </a:cxn>
                <a:cxn ang="0">
                  <a:pos x="1342" y="157"/>
                </a:cxn>
                <a:cxn ang="0">
                  <a:pos x="1327" y="125"/>
                </a:cxn>
                <a:cxn ang="0">
                  <a:pos x="1309" y="105"/>
                </a:cxn>
                <a:cxn ang="0">
                  <a:pos x="1294" y="95"/>
                </a:cxn>
                <a:cxn ang="0">
                  <a:pos x="1278" y="88"/>
                </a:cxn>
                <a:cxn ang="0">
                  <a:pos x="1260" y="84"/>
                </a:cxn>
                <a:cxn ang="0">
                  <a:pos x="176" y="84"/>
                </a:cxn>
                <a:cxn ang="0">
                  <a:pos x="157" y="85"/>
                </a:cxn>
                <a:cxn ang="0">
                  <a:pos x="141" y="91"/>
                </a:cxn>
                <a:cxn ang="0">
                  <a:pos x="126" y="99"/>
                </a:cxn>
                <a:cxn ang="0">
                  <a:pos x="111" y="111"/>
                </a:cxn>
                <a:cxn ang="0">
                  <a:pos x="91" y="141"/>
                </a:cxn>
                <a:cxn ang="0">
                  <a:pos x="84" y="176"/>
                </a:cxn>
                <a:cxn ang="0">
                  <a:pos x="85" y="1270"/>
                </a:cxn>
                <a:cxn ang="0">
                  <a:pos x="100" y="1303"/>
                </a:cxn>
                <a:cxn ang="0">
                  <a:pos x="124" y="1328"/>
                </a:cxn>
                <a:cxn ang="0">
                  <a:pos x="157" y="1342"/>
                </a:cxn>
                <a:cxn ang="0">
                  <a:pos x="1251" y="1343"/>
                </a:cxn>
                <a:cxn ang="0">
                  <a:pos x="1270" y="1342"/>
                </a:cxn>
                <a:cxn ang="0">
                  <a:pos x="1286" y="1336"/>
                </a:cxn>
                <a:cxn ang="0">
                  <a:pos x="1301" y="1328"/>
                </a:cxn>
                <a:cxn ang="0">
                  <a:pos x="1316" y="1316"/>
                </a:cxn>
                <a:cxn ang="0">
                  <a:pos x="1336" y="1286"/>
                </a:cxn>
                <a:cxn ang="0">
                  <a:pos x="1343" y="1251"/>
                </a:cxn>
                <a:cxn ang="0">
                  <a:pos x="1427" y="676"/>
                </a:cxn>
                <a:cxn ang="0">
                  <a:pos x="1426" y="1268"/>
                </a:cxn>
                <a:cxn ang="0">
                  <a:pos x="1420" y="1302"/>
                </a:cxn>
                <a:cxn ang="0">
                  <a:pos x="1405" y="1333"/>
                </a:cxn>
                <a:cxn ang="0">
                  <a:pos x="1387" y="1362"/>
                </a:cxn>
                <a:cxn ang="0">
                  <a:pos x="1362" y="1387"/>
                </a:cxn>
                <a:cxn ang="0">
                  <a:pos x="1333" y="1405"/>
                </a:cxn>
                <a:cxn ang="0">
                  <a:pos x="1301" y="1420"/>
                </a:cxn>
                <a:cxn ang="0">
                  <a:pos x="1268" y="1426"/>
                </a:cxn>
                <a:cxn ang="0">
                  <a:pos x="176" y="1427"/>
                </a:cxn>
                <a:cxn ang="0">
                  <a:pos x="141" y="1424"/>
                </a:cxn>
                <a:cxn ang="0">
                  <a:pos x="108" y="1414"/>
                </a:cxn>
                <a:cxn ang="0">
                  <a:pos x="79" y="1397"/>
                </a:cxn>
                <a:cxn ang="0">
                  <a:pos x="52" y="1375"/>
                </a:cxn>
                <a:cxn ang="0">
                  <a:pos x="29" y="1348"/>
                </a:cxn>
                <a:cxn ang="0">
                  <a:pos x="13" y="1317"/>
                </a:cxn>
                <a:cxn ang="0">
                  <a:pos x="3" y="1286"/>
                </a:cxn>
                <a:cxn ang="0">
                  <a:pos x="0" y="1251"/>
                </a:cxn>
                <a:cxn ang="0">
                  <a:pos x="1" y="159"/>
                </a:cxn>
                <a:cxn ang="0">
                  <a:pos x="7" y="124"/>
                </a:cxn>
                <a:cxn ang="0">
                  <a:pos x="20" y="94"/>
                </a:cxn>
                <a:cxn ang="0">
                  <a:pos x="40" y="65"/>
                </a:cxn>
              </a:cxnLst>
              <a:rect l="0" t="0" r="r" b="b"/>
              <a:pathLst>
                <a:path w="1427" h="1427">
                  <a:moveTo>
                    <a:pt x="52" y="52"/>
                  </a:moveTo>
                  <a:lnTo>
                    <a:pt x="65" y="40"/>
                  </a:lnTo>
                  <a:lnTo>
                    <a:pt x="79" y="29"/>
                  </a:lnTo>
                  <a:lnTo>
                    <a:pt x="94" y="20"/>
                  </a:lnTo>
                  <a:lnTo>
                    <a:pt x="108" y="13"/>
                  </a:lnTo>
                  <a:lnTo>
                    <a:pt x="124" y="7"/>
                  </a:lnTo>
                  <a:lnTo>
                    <a:pt x="141" y="3"/>
                  </a:lnTo>
                  <a:lnTo>
                    <a:pt x="159" y="1"/>
                  </a:lnTo>
                  <a:lnTo>
                    <a:pt x="176" y="0"/>
                  </a:lnTo>
                  <a:lnTo>
                    <a:pt x="1251" y="0"/>
                  </a:lnTo>
                  <a:lnTo>
                    <a:pt x="1286" y="3"/>
                  </a:lnTo>
                  <a:lnTo>
                    <a:pt x="1319" y="14"/>
                  </a:lnTo>
                  <a:lnTo>
                    <a:pt x="1349" y="30"/>
                  </a:lnTo>
                  <a:lnTo>
                    <a:pt x="1375" y="52"/>
                  </a:lnTo>
                  <a:lnTo>
                    <a:pt x="1397" y="78"/>
                  </a:lnTo>
                  <a:lnTo>
                    <a:pt x="1413" y="108"/>
                  </a:lnTo>
                  <a:lnTo>
                    <a:pt x="1424" y="141"/>
                  </a:lnTo>
                  <a:lnTo>
                    <a:pt x="1427" y="176"/>
                  </a:lnTo>
                  <a:lnTo>
                    <a:pt x="1427" y="676"/>
                  </a:lnTo>
                  <a:lnTo>
                    <a:pt x="1343" y="676"/>
                  </a:lnTo>
                  <a:lnTo>
                    <a:pt x="1343" y="176"/>
                  </a:lnTo>
                  <a:lnTo>
                    <a:pt x="1342" y="157"/>
                  </a:lnTo>
                  <a:lnTo>
                    <a:pt x="1336" y="141"/>
                  </a:lnTo>
                  <a:lnTo>
                    <a:pt x="1327" y="125"/>
                  </a:lnTo>
                  <a:lnTo>
                    <a:pt x="1316" y="111"/>
                  </a:lnTo>
                  <a:lnTo>
                    <a:pt x="1309" y="105"/>
                  </a:lnTo>
                  <a:lnTo>
                    <a:pt x="1301" y="99"/>
                  </a:lnTo>
                  <a:lnTo>
                    <a:pt x="1294" y="95"/>
                  </a:lnTo>
                  <a:lnTo>
                    <a:pt x="1286" y="91"/>
                  </a:lnTo>
                  <a:lnTo>
                    <a:pt x="1278" y="88"/>
                  </a:lnTo>
                  <a:lnTo>
                    <a:pt x="1270" y="85"/>
                  </a:lnTo>
                  <a:lnTo>
                    <a:pt x="1260" y="84"/>
                  </a:lnTo>
                  <a:lnTo>
                    <a:pt x="1251" y="84"/>
                  </a:lnTo>
                  <a:lnTo>
                    <a:pt x="176" y="84"/>
                  </a:lnTo>
                  <a:lnTo>
                    <a:pt x="167" y="84"/>
                  </a:lnTo>
                  <a:lnTo>
                    <a:pt x="157" y="85"/>
                  </a:lnTo>
                  <a:lnTo>
                    <a:pt x="149" y="88"/>
                  </a:lnTo>
                  <a:lnTo>
                    <a:pt x="141" y="91"/>
                  </a:lnTo>
                  <a:lnTo>
                    <a:pt x="133" y="95"/>
                  </a:lnTo>
                  <a:lnTo>
                    <a:pt x="126" y="99"/>
                  </a:lnTo>
                  <a:lnTo>
                    <a:pt x="118" y="105"/>
                  </a:lnTo>
                  <a:lnTo>
                    <a:pt x="111" y="111"/>
                  </a:lnTo>
                  <a:lnTo>
                    <a:pt x="100" y="125"/>
                  </a:lnTo>
                  <a:lnTo>
                    <a:pt x="91" y="141"/>
                  </a:lnTo>
                  <a:lnTo>
                    <a:pt x="85" y="157"/>
                  </a:lnTo>
                  <a:lnTo>
                    <a:pt x="84" y="176"/>
                  </a:lnTo>
                  <a:lnTo>
                    <a:pt x="84" y="1251"/>
                  </a:lnTo>
                  <a:lnTo>
                    <a:pt x="85" y="1270"/>
                  </a:lnTo>
                  <a:lnTo>
                    <a:pt x="91" y="1287"/>
                  </a:lnTo>
                  <a:lnTo>
                    <a:pt x="100" y="1303"/>
                  </a:lnTo>
                  <a:lnTo>
                    <a:pt x="111" y="1316"/>
                  </a:lnTo>
                  <a:lnTo>
                    <a:pt x="124" y="1328"/>
                  </a:lnTo>
                  <a:lnTo>
                    <a:pt x="140" y="1336"/>
                  </a:lnTo>
                  <a:lnTo>
                    <a:pt x="157" y="1342"/>
                  </a:lnTo>
                  <a:lnTo>
                    <a:pt x="176" y="1343"/>
                  </a:lnTo>
                  <a:lnTo>
                    <a:pt x="1251" y="1343"/>
                  </a:lnTo>
                  <a:lnTo>
                    <a:pt x="1260" y="1343"/>
                  </a:lnTo>
                  <a:lnTo>
                    <a:pt x="1270" y="1342"/>
                  </a:lnTo>
                  <a:lnTo>
                    <a:pt x="1278" y="1339"/>
                  </a:lnTo>
                  <a:lnTo>
                    <a:pt x="1286" y="1336"/>
                  </a:lnTo>
                  <a:lnTo>
                    <a:pt x="1294" y="1332"/>
                  </a:lnTo>
                  <a:lnTo>
                    <a:pt x="1301" y="1328"/>
                  </a:lnTo>
                  <a:lnTo>
                    <a:pt x="1309" y="1322"/>
                  </a:lnTo>
                  <a:lnTo>
                    <a:pt x="1316" y="1316"/>
                  </a:lnTo>
                  <a:lnTo>
                    <a:pt x="1327" y="1302"/>
                  </a:lnTo>
                  <a:lnTo>
                    <a:pt x="1336" y="1286"/>
                  </a:lnTo>
                  <a:lnTo>
                    <a:pt x="1342" y="1270"/>
                  </a:lnTo>
                  <a:lnTo>
                    <a:pt x="1343" y="1251"/>
                  </a:lnTo>
                  <a:lnTo>
                    <a:pt x="1343" y="676"/>
                  </a:lnTo>
                  <a:lnTo>
                    <a:pt x="1427" y="676"/>
                  </a:lnTo>
                  <a:lnTo>
                    <a:pt x="1427" y="1251"/>
                  </a:lnTo>
                  <a:lnTo>
                    <a:pt x="1426" y="1268"/>
                  </a:lnTo>
                  <a:lnTo>
                    <a:pt x="1424" y="1286"/>
                  </a:lnTo>
                  <a:lnTo>
                    <a:pt x="1420" y="1302"/>
                  </a:lnTo>
                  <a:lnTo>
                    <a:pt x="1414" y="1317"/>
                  </a:lnTo>
                  <a:lnTo>
                    <a:pt x="1405" y="1333"/>
                  </a:lnTo>
                  <a:lnTo>
                    <a:pt x="1397" y="1348"/>
                  </a:lnTo>
                  <a:lnTo>
                    <a:pt x="1387" y="1362"/>
                  </a:lnTo>
                  <a:lnTo>
                    <a:pt x="1375" y="1375"/>
                  </a:lnTo>
                  <a:lnTo>
                    <a:pt x="1362" y="1387"/>
                  </a:lnTo>
                  <a:lnTo>
                    <a:pt x="1348" y="1397"/>
                  </a:lnTo>
                  <a:lnTo>
                    <a:pt x="1333" y="1405"/>
                  </a:lnTo>
                  <a:lnTo>
                    <a:pt x="1317" y="1414"/>
                  </a:lnTo>
                  <a:lnTo>
                    <a:pt x="1301" y="1420"/>
                  </a:lnTo>
                  <a:lnTo>
                    <a:pt x="1286" y="1424"/>
                  </a:lnTo>
                  <a:lnTo>
                    <a:pt x="1268" y="1426"/>
                  </a:lnTo>
                  <a:lnTo>
                    <a:pt x="1251" y="1427"/>
                  </a:lnTo>
                  <a:lnTo>
                    <a:pt x="176" y="1427"/>
                  </a:lnTo>
                  <a:lnTo>
                    <a:pt x="159" y="1426"/>
                  </a:lnTo>
                  <a:lnTo>
                    <a:pt x="141" y="1424"/>
                  </a:lnTo>
                  <a:lnTo>
                    <a:pt x="124" y="1420"/>
                  </a:lnTo>
                  <a:lnTo>
                    <a:pt x="108" y="1414"/>
                  </a:lnTo>
                  <a:lnTo>
                    <a:pt x="94" y="1405"/>
                  </a:lnTo>
                  <a:lnTo>
                    <a:pt x="79" y="1397"/>
                  </a:lnTo>
                  <a:lnTo>
                    <a:pt x="65" y="1387"/>
                  </a:lnTo>
                  <a:lnTo>
                    <a:pt x="52" y="1375"/>
                  </a:lnTo>
                  <a:lnTo>
                    <a:pt x="40" y="1362"/>
                  </a:lnTo>
                  <a:lnTo>
                    <a:pt x="29" y="1348"/>
                  </a:lnTo>
                  <a:lnTo>
                    <a:pt x="20" y="1333"/>
                  </a:lnTo>
                  <a:lnTo>
                    <a:pt x="13" y="1317"/>
                  </a:lnTo>
                  <a:lnTo>
                    <a:pt x="7" y="1302"/>
                  </a:lnTo>
                  <a:lnTo>
                    <a:pt x="3" y="1286"/>
                  </a:lnTo>
                  <a:lnTo>
                    <a:pt x="1" y="1268"/>
                  </a:lnTo>
                  <a:lnTo>
                    <a:pt x="0" y="1251"/>
                  </a:lnTo>
                  <a:lnTo>
                    <a:pt x="0" y="176"/>
                  </a:lnTo>
                  <a:lnTo>
                    <a:pt x="1" y="159"/>
                  </a:lnTo>
                  <a:lnTo>
                    <a:pt x="3" y="141"/>
                  </a:lnTo>
                  <a:lnTo>
                    <a:pt x="7" y="124"/>
                  </a:lnTo>
                  <a:lnTo>
                    <a:pt x="13" y="108"/>
                  </a:lnTo>
                  <a:lnTo>
                    <a:pt x="20" y="94"/>
                  </a:lnTo>
                  <a:lnTo>
                    <a:pt x="29" y="78"/>
                  </a:lnTo>
                  <a:lnTo>
                    <a:pt x="40" y="65"/>
                  </a:lnTo>
                  <a:lnTo>
                    <a:pt x="52" y="5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989437" y="5205792"/>
              <a:ext cx="302366" cy="62633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1078368" y="5269314"/>
              <a:ext cx="137208" cy="137843"/>
            </a:xfrm>
            <a:custGeom>
              <a:avLst/>
              <a:gdLst/>
              <a:ahLst/>
              <a:cxnLst>
                <a:cxn ang="0">
                  <a:pos x="108" y="217"/>
                </a:cxn>
                <a:cxn ang="0">
                  <a:pos x="129" y="214"/>
                </a:cxn>
                <a:cxn ang="0">
                  <a:pos x="150" y="209"/>
                </a:cxn>
                <a:cxn ang="0">
                  <a:pos x="168" y="199"/>
                </a:cxn>
                <a:cxn ang="0">
                  <a:pos x="184" y="186"/>
                </a:cxn>
                <a:cxn ang="0">
                  <a:pos x="197" y="170"/>
                </a:cxn>
                <a:cxn ang="0">
                  <a:pos x="207" y="151"/>
                </a:cxn>
                <a:cxn ang="0">
                  <a:pos x="213" y="131"/>
                </a:cxn>
                <a:cxn ang="0">
                  <a:pos x="216" y="109"/>
                </a:cxn>
                <a:cxn ang="0">
                  <a:pos x="213" y="88"/>
                </a:cxn>
                <a:cxn ang="0">
                  <a:pos x="207" y="66"/>
                </a:cxn>
                <a:cxn ang="0">
                  <a:pos x="197" y="47"/>
                </a:cxn>
                <a:cxn ang="0">
                  <a:pos x="184" y="31"/>
                </a:cxn>
                <a:cxn ang="0">
                  <a:pos x="168" y="18"/>
                </a:cxn>
                <a:cxn ang="0">
                  <a:pos x="150" y="8"/>
                </a:cxn>
                <a:cxn ang="0">
                  <a:pos x="129" y="3"/>
                </a:cxn>
                <a:cxn ang="0">
                  <a:pos x="108" y="0"/>
                </a:cxn>
                <a:cxn ang="0">
                  <a:pos x="86" y="3"/>
                </a:cxn>
                <a:cxn ang="0">
                  <a:pos x="66" y="8"/>
                </a:cxn>
                <a:cxn ang="0">
                  <a:pos x="47" y="18"/>
                </a:cxn>
                <a:cxn ang="0">
                  <a:pos x="31" y="31"/>
                </a:cxn>
                <a:cxn ang="0">
                  <a:pos x="18" y="47"/>
                </a:cxn>
                <a:cxn ang="0">
                  <a:pos x="8" y="66"/>
                </a:cxn>
                <a:cxn ang="0">
                  <a:pos x="2" y="88"/>
                </a:cxn>
                <a:cxn ang="0">
                  <a:pos x="0" y="109"/>
                </a:cxn>
                <a:cxn ang="0">
                  <a:pos x="2" y="131"/>
                </a:cxn>
                <a:cxn ang="0">
                  <a:pos x="8" y="151"/>
                </a:cxn>
                <a:cxn ang="0">
                  <a:pos x="18" y="170"/>
                </a:cxn>
                <a:cxn ang="0">
                  <a:pos x="31" y="186"/>
                </a:cxn>
                <a:cxn ang="0">
                  <a:pos x="47" y="199"/>
                </a:cxn>
                <a:cxn ang="0">
                  <a:pos x="66" y="209"/>
                </a:cxn>
                <a:cxn ang="0">
                  <a:pos x="86" y="214"/>
                </a:cxn>
                <a:cxn ang="0">
                  <a:pos x="108" y="217"/>
                </a:cxn>
              </a:cxnLst>
              <a:rect l="0" t="0" r="r" b="b"/>
              <a:pathLst>
                <a:path w="216" h="217">
                  <a:moveTo>
                    <a:pt x="108" y="217"/>
                  </a:moveTo>
                  <a:lnTo>
                    <a:pt x="129" y="214"/>
                  </a:lnTo>
                  <a:lnTo>
                    <a:pt x="150" y="209"/>
                  </a:lnTo>
                  <a:lnTo>
                    <a:pt x="168" y="199"/>
                  </a:lnTo>
                  <a:lnTo>
                    <a:pt x="184" y="186"/>
                  </a:lnTo>
                  <a:lnTo>
                    <a:pt x="197" y="170"/>
                  </a:lnTo>
                  <a:lnTo>
                    <a:pt x="207" y="151"/>
                  </a:lnTo>
                  <a:lnTo>
                    <a:pt x="213" y="131"/>
                  </a:lnTo>
                  <a:lnTo>
                    <a:pt x="216" y="109"/>
                  </a:lnTo>
                  <a:lnTo>
                    <a:pt x="213" y="88"/>
                  </a:lnTo>
                  <a:lnTo>
                    <a:pt x="207" y="66"/>
                  </a:lnTo>
                  <a:lnTo>
                    <a:pt x="197" y="47"/>
                  </a:lnTo>
                  <a:lnTo>
                    <a:pt x="184" y="31"/>
                  </a:lnTo>
                  <a:lnTo>
                    <a:pt x="168" y="18"/>
                  </a:lnTo>
                  <a:lnTo>
                    <a:pt x="150" y="8"/>
                  </a:lnTo>
                  <a:lnTo>
                    <a:pt x="129" y="3"/>
                  </a:lnTo>
                  <a:lnTo>
                    <a:pt x="108" y="0"/>
                  </a:lnTo>
                  <a:lnTo>
                    <a:pt x="86" y="3"/>
                  </a:lnTo>
                  <a:lnTo>
                    <a:pt x="66" y="8"/>
                  </a:lnTo>
                  <a:lnTo>
                    <a:pt x="47" y="18"/>
                  </a:lnTo>
                  <a:lnTo>
                    <a:pt x="31" y="31"/>
                  </a:lnTo>
                  <a:lnTo>
                    <a:pt x="18" y="47"/>
                  </a:lnTo>
                  <a:lnTo>
                    <a:pt x="8" y="66"/>
                  </a:lnTo>
                  <a:lnTo>
                    <a:pt x="2" y="88"/>
                  </a:lnTo>
                  <a:lnTo>
                    <a:pt x="0" y="109"/>
                  </a:lnTo>
                  <a:lnTo>
                    <a:pt x="2" y="131"/>
                  </a:lnTo>
                  <a:lnTo>
                    <a:pt x="8" y="151"/>
                  </a:lnTo>
                  <a:lnTo>
                    <a:pt x="18" y="170"/>
                  </a:lnTo>
                  <a:lnTo>
                    <a:pt x="31" y="186"/>
                  </a:lnTo>
                  <a:lnTo>
                    <a:pt x="47" y="199"/>
                  </a:lnTo>
                  <a:lnTo>
                    <a:pt x="66" y="209"/>
                  </a:lnTo>
                  <a:lnTo>
                    <a:pt x="86" y="214"/>
                  </a:lnTo>
                  <a:lnTo>
                    <a:pt x="108" y="217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1078368" y="5444001"/>
              <a:ext cx="137208" cy="137208"/>
            </a:xfrm>
            <a:custGeom>
              <a:avLst/>
              <a:gdLst/>
              <a:ahLst/>
              <a:cxnLst>
                <a:cxn ang="0">
                  <a:pos x="108" y="216"/>
                </a:cxn>
                <a:cxn ang="0">
                  <a:pos x="129" y="213"/>
                </a:cxn>
                <a:cxn ang="0">
                  <a:pos x="150" y="208"/>
                </a:cxn>
                <a:cxn ang="0">
                  <a:pos x="168" y="197"/>
                </a:cxn>
                <a:cxn ang="0">
                  <a:pos x="184" y="184"/>
                </a:cxn>
                <a:cxn ang="0">
                  <a:pos x="197" y="169"/>
                </a:cxn>
                <a:cxn ang="0">
                  <a:pos x="207" y="150"/>
                </a:cxn>
                <a:cxn ang="0">
                  <a:pos x="213" y="130"/>
                </a:cxn>
                <a:cxn ang="0">
                  <a:pos x="216" y="108"/>
                </a:cxn>
                <a:cxn ang="0">
                  <a:pos x="213" y="86"/>
                </a:cxn>
                <a:cxn ang="0">
                  <a:pos x="207" y="66"/>
                </a:cxn>
                <a:cxn ang="0">
                  <a:pos x="197" y="48"/>
                </a:cxn>
                <a:cxn ang="0">
                  <a:pos x="184" y="32"/>
                </a:cxn>
                <a:cxn ang="0">
                  <a:pos x="168" y="19"/>
                </a:cxn>
                <a:cxn ang="0">
                  <a:pos x="150" y="9"/>
                </a:cxn>
                <a:cxn ang="0">
                  <a:pos x="129" y="1"/>
                </a:cxn>
                <a:cxn ang="0">
                  <a:pos x="108" y="0"/>
                </a:cxn>
                <a:cxn ang="0">
                  <a:pos x="86" y="1"/>
                </a:cxn>
                <a:cxn ang="0">
                  <a:pos x="66" y="9"/>
                </a:cxn>
                <a:cxn ang="0">
                  <a:pos x="47" y="19"/>
                </a:cxn>
                <a:cxn ang="0">
                  <a:pos x="31" y="32"/>
                </a:cxn>
                <a:cxn ang="0">
                  <a:pos x="18" y="48"/>
                </a:cxn>
                <a:cxn ang="0">
                  <a:pos x="8" y="66"/>
                </a:cxn>
                <a:cxn ang="0">
                  <a:pos x="2" y="86"/>
                </a:cxn>
                <a:cxn ang="0">
                  <a:pos x="0" y="108"/>
                </a:cxn>
                <a:cxn ang="0">
                  <a:pos x="2" y="130"/>
                </a:cxn>
                <a:cxn ang="0">
                  <a:pos x="8" y="150"/>
                </a:cxn>
                <a:cxn ang="0">
                  <a:pos x="18" y="169"/>
                </a:cxn>
                <a:cxn ang="0">
                  <a:pos x="31" y="184"/>
                </a:cxn>
                <a:cxn ang="0">
                  <a:pos x="47" y="197"/>
                </a:cxn>
                <a:cxn ang="0">
                  <a:pos x="66" y="208"/>
                </a:cxn>
                <a:cxn ang="0">
                  <a:pos x="86" y="213"/>
                </a:cxn>
                <a:cxn ang="0">
                  <a:pos x="108" y="216"/>
                </a:cxn>
              </a:cxnLst>
              <a:rect l="0" t="0" r="r" b="b"/>
              <a:pathLst>
                <a:path w="216" h="216">
                  <a:moveTo>
                    <a:pt x="108" y="216"/>
                  </a:moveTo>
                  <a:lnTo>
                    <a:pt x="129" y="213"/>
                  </a:lnTo>
                  <a:lnTo>
                    <a:pt x="150" y="208"/>
                  </a:lnTo>
                  <a:lnTo>
                    <a:pt x="168" y="197"/>
                  </a:lnTo>
                  <a:lnTo>
                    <a:pt x="184" y="184"/>
                  </a:lnTo>
                  <a:lnTo>
                    <a:pt x="197" y="169"/>
                  </a:lnTo>
                  <a:lnTo>
                    <a:pt x="207" y="150"/>
                  </a:lnTo>
                  <a:lnTo>
                    <a:pt x="213" y="130"/>
                  </a:lnTo>
                  <a:lnTo>
                    <a:pt x="216" y="108"/>
                  </a:lnTo>
                  <a:lnTo>
                    <a:pt x="213" y="86"/>
                  </a:lnTo>
                  <a:lnTo>
                    <a:pt x="207" y="66"/>
                  </a:lnTo>
                  <a:lnTo>
                    <a:pt x="197" y="48"/>
                  </a:lnTo>
                  <a:lnTo>
                    <a:pt x="184" y="32"/>
                  </a:lnTo>
                  <a:lnTo>
                    <a:pt x="168" y="19"/>
                  </a:lnTo>
                  <a:lnTo>
                    <a:pt x="150" y="9"/>
                  </a:lnTo>
                  <a:lnTo>
                    <a:pt x="129" y="1"/>
                  </a:lnTo>
                  <a:lnTo>
                    <a:pt x="108" y="0"/>
                  </a:lnTo>
                  <a:lnTo>
                    <a:pt x="86" y="1"/>
                  </a:lnTo>
                  <a:lnTo>
                    <a:pt x="66" y="9"/>
                  </a:lnTo>
                  <a:lnTo>
                    <a:pt x="47" y="19"/>
                  </a:lnTo>
                  <a:lnTo>
                    <a:pt x="31" y="32"/>
                  </a:lnTo>
                  <a:lnTo>
                    <a:pt x="18" y="48"/>
                  </a:lnTo>
                  <a:lnTo>
                    <a:pt x="8" y="66"/>
                  </a:lnTo>
                  <a:lnTo>
                    <a:pt x="2" y="86"/>
                  </a:lnTo>
                  <a:lnTo>
                    <a:pt x="0" y="108"/>
                  </a:lnTo>
                  <a:lnTo>
                    <a:pt x="2" y="130"/>
                  </a:lnTo>
                  <a:lnTo>
                    <a:pt x="8" y="150"/>
                  </a:lnTo>
                  <a:lnTo>
                    <a:pt x="18" y="169"/>
                  </a:lnTo>
                  <a:lnTo>
                    <a:pt x="31" y="184"/>
                  </a:lnTo>
                  <a:lnTo>
                    <a:pt x="47" y="197"/>
                  </a:lnTo>
                  <a:lnTo>
                    <a:pt x="66" y="208"/>
                  </a:lnTo>
                  <a:lnTo>
                    <a:pt x="86" y="213"/>
                  </a:lnTo>
                  <a:lnTo>
                    <a:pt x="108" y="216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1078368" y="5621863"/>
              <a:ext cx="137208" cy="137208"/>
            </a:xfrm>
            <a:custGeom>
              <a:avLst/>
              <a:gdLst/>
              <a:ahLst/>
              <a:cxnLst>
                <a:cxn ang="0">
                  <a:pos x="108" y="216"/>
                </a:cxn>
                <a:cxn ang="0">
                  <a:pos x="129" y="213"/>
                </a:cxn>
                <a:cxn ang="0">
                  <a:pos x="150" y="207"/>
                </a:cxn>
                <a:cxn ang="0">
                  <a:pos x="168" y="197"/>
                </a:cxn>
                <a:cxn ang="0">
                  <a:pos x="184" y="184"/>
                </a:cxn>
                <a:cxn ang="0">
                  <a:pos x="197" y="168"/>
                </a:cxn>
                <a:cxn ang="0">
                  <a:pos x="207" y="150"/>
                </a:cxn>
                <a:cxn ang="0">
                  <a:pos x="213" y="129"/>
                </a:cxn>
                <a:cxn ang="0">
                  <a:pos x="216" y="108"/>
                </a:cxn>
                <a:cxn ang="0">
                  <a:pos x="213" y="86"/>
                </a:cxn>
                <a:cxn ang="0">
                  <a:pos x="207" y="66"/>
                </a:cxn>
                <a:cxn ang="0">
                  <a:pos x="197" y="47"/>
                </a:cxn>
                <a:cxn ang="0">
                  <a:pos x="184" y="31"/>
                </a:cxn>
                <a:cxn ang="0">
                  <a:pos x="168" y="18"/>
                </a:cxn>
                <a:cxn ang="0">
                  <a:pos x="150" y="8"/>
                </a:cxn>
                <a:cxn ang="0">
                  <a:pos x="129" y="1"/>
                </a:cxn>
                <a:cxn ang="0">
                  <a:pos x="108" y="0"/>
                </a:cxn>
                <a:cxn ang="0">
                  <a:pos x="86" y="1"/>
                </a:cxn>
                <a:cxn ang="0">
                  <a:pos x="66" y="8"/>
                </a:cxn>
                <a:cxn ang="0">
                  <a:pos x="47" y="18"/>
                </a:cxn>
                <a:cxn ang="0">
                  <a:pos x="31" y="31"/>
                </a:cxn>
                <a:cxn ang="0">
                  <a:pos x="18" y="47"/>
                </a:cxn>
                <a:cxn ang="0">
                  <a:pos x="8" y="66"/>
                </a:cxn>
                <a:cxn ang="0">
                  <a:pos x="2" y="86"/>
                </a:cxn>
                <a:cxn ang="0">
                  <a:pos x="0" y="108"/>
                </a:cxn>
                <a:cxn ang="0">
                  <a:pos x="2" y="129"/>
                </a:cxn>
                <a:cxn ang="0">
                  <a:pos x="8" y="150"/>
                </a:cxn>
                <a:cxn ang="0">
                  <a:pos x="18" y="168"/>
                </a:cxn>
                <a:cxn ang="0">
                  <a:pos x="31" y="184"/>
                </a:cxn>
                <a:cxn ang="0">
                  <a:pos x="47" y="197"/>
                </a:cxn>
                <a:cxn ang="0">
                  <a:pos x="66" y="207"/>
                </a:cxn>
                <a:cxn ang="0">
                  <a:pos x="86" y="213"/>
                </a:cxn>
                <a:cxn ang="0">
                  <a:pos x="108" y="216"/>
                </a:cxn>
              </a:cxnLst>
              <a:rect l="0" t="0" r="r" b="b"/>
              <a:pathLst>
                <a:path w="216" h="216">
                  <a:moveTo>
                    <a:pt x="108" y="216"/>
                  </a:moveTo>
                  <a:lnTo>
                    <a:pt x="129" y="213"/>
                  </a:lnTo>
                  <a:lnTo>
                    <a:pt x="150" y="207"/>
                  </a:lnTo>
                  <a:lnTo>
                    <a:pt x="168" y="197"/>
                  </a:lnTo>
                  <a:lnTo>
                    <a:pt x="184" y="184"/>
                  </a:lnTo>
                  <a:lnTo>
                    <a:pt x="197" y="168"/>
                  </a:lnTo>
                  <a:lnTo>
                    <a:pt x="207" y="150"/>
                  </a:lnTo>
                  <a:lnTo>
                    <a:pt x="213" y="129"/>
                  </a:lnTo>
                  <a:lnTo>
                    <a:pt x="216" y="108"/>
                  </a:lnTo>
                  <a:lnTo>
                    <a:pt x="213" y="86"/>
                  </a:lnTo>
                  <a:lnTo>
                    <a:pt x="207" y="66"/>
                  </a:lnTo>
                  <a:lnTo>
                    <a:pt x="197" y="47"/>
                  </a:lnTo>
                  <a:lnTo>
                    <a:pt x="184" y="31"/>
                  </a:lnTo>
                  <a:lnTo>
                    <a:pt x="168" y="18"/>
                  </a:lnTo>
                  <a:lnTo>
                    <a:pt x="150" y="8"/>
                  </a:lnTo>
                  <a:lnTo>
                    <a:pt x="129" y="1"/>
                  </a:lnTo>
                  <a:lnTo>
                    <a:pt x="108" y="0"/>
                  </a:lnTo>
                  <a:lnTo>
                    <a:pt x="86" y="1"/>
                  </a:lnTo>
                  <a:lnTo>
                    <a:pt x="66" y="8"/>
                  </a:lnTo>
                  <a:lnTo>
                    <a:pt x="47" y="18"/>
                  </a:lnTo>
                  <a:lnTo>
                    <a:pt x="31" y="31"/>
                  </a:lnTo>
                  <a:lnTo>
                    <a:pt x="18" y="47"/>
                  </a:lnTo>
                  <a:lnTo>
                    <a:pt x="8" y="66"/>
                  </a:lnTo>
                  <a:lnTo>
                    <a:pt x="2" y="86"/>
                  </a:lnTo>
                  <a:lnTo>
                    <a:pt x="0" y="108"/>
                  </a:lnTo>
                  <a:lnTo>
                    <a:pt x="2" y="129"/>
                  </a:lnTo>
                  <a:lnTo>
                    <a:pt x="8" y="150"/>
                  </a:lnTo>
                  <a:lnTo>
                    <a:pt x="18" y="168"/>
                  </a:lnTo>
                  <a:lnTo>
                    <a:pt x="31" y="184"/>
                  </a:lnTo>
                  <a:lnTo>
                    <a:pt x="47" y="197"/>
                  </a:lnTo>
                  <a:lnTo>
                    <a:pt x="66" y="207"/>
                  </a:lnTo>
                  <a:lnTo>
                    <a:pt x="86" y="213"/>
                  </a:lnTo>
                  <a:lnTo>
                    <a:pt x="108" y="216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6"/>
            <p:cNvSpPr>
              <a:spLocks noChangeArrowheads="1"/>
            </p:cNvSpPr>
            <p:nvPr/>
          </p:nvSpPr>
          <p:spPr bwMode="auto">
            <a:xfrm>
              <a:off x="966568" y="5178477"/>
              <a:ext cx="348737" cy="482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7"/>
            <p:cNvSpPr>
              <a:spLocks/>
            </p:cNvSpPr>
            <p:nvPr/>
          </p:nvSpPr>
          <p:spPr bwMode="auto">
            <a:xfrm>
              <a:off x="890342" y="5259786"/>
              <a:ext cx="135302" cy="125774"/>
            </a:xfrm>
            <a:custGeom>
              <a:avLst/>
              <a:gdLst/>
              <a:ahLst/>
              <a:cxnLst>
                <a:cxn ang="0">
                  <a:pos x="196" y="0"/>
                </a:cxn>
                <a:cxn ang="0">
                  <a:pos x="0" y="0"/>
                </a:cxn>
                <a:cxn ang="0">
                  <a:pos x="0" y="41"/>
                </a:cxn>
                <a:cxn ang="0">
                  <a:pos x="37" y="41"/>
                </a:cxn>
                <a:cxn ang="0">
                  <a:pos x="39" y="48"/>
                </a:cxn>
                <a:cxn ang="0">
                  <a:pos x="44" y="65"/>
                </a:cxn>
                <a:cxn ang="0">
                  <a:pos x="56" y="91"/>
                </a:cxn>
                <a:cxn ang="0">
                  <a:pos x="72" y="120"/>
                </a:cxn>
                <a:cxn ang="0">
                  <a:pos x="95" y="149"/>
                </a:cxn>
                <a:cxn ang="0">
                  <a:pos x="127" y="175"/>
                </a:cxn>
                <a:cxn ang="0">
                  <a:pos x="166" y="192"/>
                </a:cxn>
                <a:cxn ang="0">
                  <a:pos x="213" y="198"/>
                </a:cxn>
                <a:cxn ang="0">
                  <a:pos x="196" y="0"/>
                </a:cxn>
              </a:cxnLst>
              <a:rect l="0" t="0" r="r" b="b"/>
              <a:pathLst>
                <a:path w="213" h="198">
                  <a:moveTo>
                    <a:pt x="196" y="0"/>
                  </a:moveTo>
                  <a:lnTo>
                    <a:pt x="0" y="0"/>
                  </a:lnTo>
                  <a:lnTo>
                    <a:pt x="0" y="41"/>
                  </a:lnTo>
                  <a:lnTo>
                    <a:pt x="37" y="41"/>
                  </a:lnTo>
                  <a:lnTo>
                    <a:pt x="39" y="48"/>
                  </a:lnTo>
                  <a:lnTo>
                    <a:pt x="44" y="65"/>
                  </a:lnTo>
                  <a:lnTo>
                    <a:pt x="56" y="91"/>
                  </a:lnTo>
                  <a:lnTo>
                    <a:pt x="72" y="120"/>
                  </a:lnTo>
                  <a:lnTo>
                    <a:pt x="95" y="149"/>
                  </a:lnTo>
                  <a:lnTo>
                    <a:pt x="127" y="175"/>
                  </a:lnTo>
                  <a:lnTo>
                    <a:pt x="166" y="192"/>
                  </a:lnTo>
                  <a:lnTo>
                    <a:pt x="213" y="198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890342" y="5430026"/>
              <a:ext cx="135302" cy="125774"/>
            </a:xfrm>
            <a:custGeom>
              <a:avLst/>
              <a:gdLst/>
              <a:ahLst/>
              <a:cxnLst>
                <a:cxn ang="0">
                  <a:pos x="196" y="0"/>
                </a:cxn>
                <a:cxn ang="0">
                  <a:pos x="0" y="0"/>
                </a:cxn>
                <a:cxn ang="0">
                  <a:pos x="0" y="41"/>
                </a:cxn>
                <a:cxn ang="0">
                  <a:pos x="37" y="41"/>
                </a:cxn>
                <a:cxn ang="0">
                  <a:pos x="39" y="48"/>
                </a:cxn>
                <a:cxn ang="0">
                  <a:pos x="44" y="65"/>
                </a:cxn>
                <a:cxn ang="0">
                  <a:pos x="56" y="91"/>
                </a:cxn>
                <a:cxn ang="0">
                  <a:pos x="72" y="120"/>
                </a:cxn>
                <a:cxn ang="0">
                  <a:pos x="95" y="149"/>
                </a:cxn>
                <a:cxn ang="0">
                  <a:pos x="127" y="175"/>
                </a:cxn>
                <a:cxn ang="0">
                  <a:pos x="166" y="192"/>
                </a:cxn>
                <a:cxn ang="0">
                  <a:pos x="213" y="198"/>
                </a:cxn>
                <a:cxn ang="0">
                  <a:pos x="196" y="0"/>
                </a:cxn>
              </a:cxnLst>
              <a:rect l="0" t="0" r="r" b="b"/>
              <a:pathLst>
                <a:path w="213" h="198">
                  <a:moveTo>
                    <a:pt x="196" y="0"/>
                  </a:moveTo>
                  <a:lnTo>
                    <a:pt x="0" y="0"/>
                  </a:lnTo>
                  <a:lnTo>
                    <a:pt x="0" y="41"/>
                  </a:lnTo>
                  <a:lnTo>
                    <a:pt x="37" y="41"/>
                  </a:lnTo>
                  <a:lnTo>
                    <a:pt x="39" y="48"/>
                  </a:lnTo>
                  <a:lnTo>
                    <a:pt x="44" y="65"/>
                  </a:lnTo>
                  <a:lnTo>
                    <a:pt x="56" y="91"/>
                  </a:lnTo>
                  <a:lnTo>
                    <a:pt x="72" y="120"/>
                  </a:lnTo>
                  <a:lnTo>
                    <a:pt x="95" y="149"/>
                  </a:lnTo>
                  <a:lnTo>
                    <a:pt x="127" y="175"/>
                  </a:lnTo>
                  <a:lnTo>
                    <a:pt x="166" y="192"/>
                  </a:lnTo>
                  <a:lnTo>
                    <a:pt x="213" y="198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9"/>
            <p:cNvSpPr>
              <a:spLocks/>
            </p:cNvSpPr>
            <p:nvPr/>
          </p:nvSpPr>
          <p:spPr bwMode="auto">
            <a:xfrm>
              <a:off x="890342" y="5609794"/>
              <a:ext cx="135302" cy="125139"/>
            </a:xfrm>
            <a:custGeom>
              <a:avLst/>
              <a:gdLst/>
              <a:ahLst/>
              <a:cxnLst>
                <a:cxn ang="0">
                  <a:pos x="196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37" y="40"/>
                </a:cxn>
                <a:cxn ang="0">
                  <a:pos x="39" y="47"/>
                </a:cxn>
                <a:cxn ang="0">
                  <a:pos x="44" y="65"/>
                </a:cxn>
                <a:cxn ang="0">
                  <a:pos x="56" y="91"/>
                </a:cxn>
                <a:cxn ang="0">
                  <a:pos x="72" y="119"/>
                </a:cxn>
                <a:cxn ang="0">
                  <a:pos x="95" y="148"/>
                </a:cxn>
                <a:cxn ang="0">
                  <a:pos x="127" y="174"/>
                </a:cxn>
                <a:cxn ang="0">
                  <a:pos x="166" y="192"/>
                </a:cxn>
                <a:cxn ang="0">
                  <a:pos x="213" y="197"/>
                </a:cxn>
                <a:cxn ang="0">
                  <a:pos x="196" y="0"/>
                </a:cxn>
              </a:cxnLst>
              <a:rect l="0" t="0" r="r" b="b"/>
              <a:pathLst>
                <a:path w="213" h="197">
                  <a:moveTo>
                    <a:pt x="196" y="0"/>
                  </a:moveTo>
                  <a:lnTo>
                    <a:pt x="0" y="0"/>
                  </a:lnTo>
                  <a:lnTo>
                    <a:pt x="0" y="40"/>
                  </a:lnTo>
                  <a:lnTo>
                    <a:pt x="37" y="40"/>
                  </a:lnTo>
                  <a:lnTo>
                    <a:pt x="39" y="47"/>
                  </a:lnTo>
                  <a:lnTo>
                    <a:pt x="44" y="65"/>
                  </a:lnTo>
                  <a:lnTo>
                    <a:pt x="56" y="91"/>
                  </a:lnTo>
                  <a:lnTo>
                    <a:pt x="72" y="119"/>
                  </a:lnTo>
                  <a:lnTo>
                    <a:pt x="95" y="148"/>
                  </a:lnTo>
                  <a:lnTo>
                    <a:pt x="127" y="174"/>
                  </a:lnTo>
                  <a:lnTo>
                    <a:pt x="166" y="192"/>
                  </a:lnTo>
                  <a:lnTo>
                    <a:pt x="213" y="197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0"/>
            <p:cNvSpPr>
              <a:spLocks/>
            </p:cNvSpPr>
            <p:nvPr/>
          </p:nvSpPr>
          <p:spPr bwMode="auto">
            <a:xfrm>
              <a:off x="1255595" y="5259786"/>
              <a:ext cx="135938" cy="125774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4" y="0"/>
                </a:cxn>
                <a:cxn ang="0">
                  <a:pos x="214" y="41"/>
                </a:cxn>
                <a:cxn ang="0">
                  <a:pos x="176" y="41"/>
                </a:cxn>
                <a:cxn ang="0">
                  <a:pos x="175" y="48"/>
                </a:cxn>
                <a:cxn ang="0">
                  <a:pos x="169" y="65"/>
                </a:cxn>
                <a:cxn ang="0">
                  <a:pos x="158" y="91"/>
                </a:cxn>
                <a:cxn ang="0">
                  <a:pos x="142" y="120"/>
                </a:cxn>
                <a:cxn ang="0">
                  <a:pos x="119" y="149"/>
                </a:cxn>
                <a:cxn ang="0">
                  <a:pos x="87" y="175"/>
                </a:cxn>
                <a:cxn ang="0">
                  <a:pos x="48" y="192"/>
                </a:cxn>
                <a:cxn ang="0">
                  <a:pos x="0" y="198"/>
                </a:cxn>
                <a:cxn ang="0">
                  <a:pos x="19" y="0"/>
                </a:cxn>
              </a:cxnLst>
              <a:rect l="0" t="0" r="r" b="b"/>
              <a:pathLst>
                <a:path w="214" h="198">
                  <a:moveTo>
                    <a:pt x="19" y="0"/>
                  </a:moveTo>
                  <a:lnTo>
                    <a:pt x="214" y="0"/>
                  </a:lnTo>
                  <a:lnTo>
                    <a:pt x="214" y="41"/>
                  </a:lnTo>
                  <a:lnTo>
                    <a:pt x="176" y="41"/>
                  </a:lnTo>
                  <a:lnTo>
                    <a:pt x="175" y="48"/>
                  </a:lnTo>
                  <a:lnTo>
                    <a:pt x="169" y="65"/>
                  </a:lnTo>
                  <a:lnTo>
                    <a:pt x="158" y="91"/>
                  </a:lnTo>
                  <a:lnTo>
                    <a:pt x="142" y="120"/>
                  </a:lnTo>
                  <a:lnTo>
                    <a:pt x="119" y="149"/>
                  </a:lnTo>
                  <a:lnTo>
                    <a:pt x="87" y="175"/>
                  </a:lnTo>
                  <a:lnTo>
                    <a:pt x="48" y="192"/>
                  </a:lnTo>
                  <a:lnTo>
                    <a:pt x="0" y="198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1"/>
            <p:cNvSpPr>
              <a:spLocks/>
            </p:cNvSpPr>
            <p:nvPr/>
          </p:nvSpPr>
          <p:spPr bwMode="auto">
            <a:xfrm>
              <a:off x="1255595" y="5430026"/>
              <a:ext cx="135938" cy="125774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4" y="0"/>
                </a:cxn>
                <a:cxn ang="0">
                  <a:pos x="214" y="41"/>
                </a:cxn>
                <a:cxn ang="0">
                  <a:pos x="176" y="41"/>
                </a:cxn>
                <a:cxn ang="0">
                  <a:pos x="175" y="48"/>
                </a:cxn>
                <a:cxn ang="0">
                  <a:pos x="169" y="65"/>
                </a:cxn>
                <a:cxn ang="0">
                  <a:pos x="158" y="91"/>
                </a:cxn>
                <a:cxn ang="0">
                  <a:pos x="142" y="120"/>
                </a:cxn>
                <a:cxn ang="0">
                  <a:pos x="119" y="149"/>
                </a:cxn>
                <a:cxn ang="0">
                  <a:pos x="87" y="175"/>
                </a:cxn>
                <a:cxn ang="0">
                  <a:pos x="48" y="192"/>
                </a:cxn>
                <a:cxn ang="0">
                  <a:pos x="0" y="198"/>
                </a:cxn>
                <a:cxn ang="0">
                  <a:pos x="19" y="0"/>
                </a:cxn>
              </a:cxnLst>
              <a:rect l="0" t="0" r="r" b="b"/>
              <a:pathLst>
                <a:path w="214" h="198">
                  <a:moveTo>
                    <a:pt x="19" y="0"/>
                  </a:moveTo>
                  <a:lnTo>
                    <a:pt x="214" y="0"/>
                  </a:lnTo>
                  <a:lnTo>
                    <a:pt x="214" y="41"/>
                  </a:lnTo>
                  <a:lnTo>
                    <a:pt x="176" y="41"/>
                  </a:lnTo>
                  <a:lnTo>
                    <a:pt x="175" y="48"/>
                  </a:lnTo>
                  <a:lnTo>
                    <a:pt x="169" y="65"/>
                  </a:lnTo>
                  <a:lnTo>
                    <a:pt x="158" y="91"/>
                  </a:lnTo>
                  <a:lnTo>
                    <a:pt x="142" y="120"/>
                  </a:lnTo>
                  <a:lnTo>
                    <a:pt x="119" y="149"/>
                  </a:lnTo>
                  <a:lnTo>
                    <a:pt x="87" y="175"/>
                  </a:lnTo>
                  <a:lnTo>
                    <a:pt x="48" y="192"/>
                  </a:lnTo>
                  <a:lnTo>
                    <a:pt x="0" y="198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2"/>
            <p:cNvSpPr>
              <a:spLocks/>
            </p:cNvSpPr>
            <p:nvPr/>
          </p:nvSpPr>
          <p:spPr bwMode="auto">
            <a:xfrm>
              <a:off x="1255595" y="5609794"/>
              <a:ext cx="135938" cy="125139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4" y="0"/>
                </a:cxn>
                <a:cxn ang="0">
                  <a:pos x="214" y="40"/>
                </a:cxn>
                <a:cxn ang="0">
                  <a:pos x="176" y="40"/>
                </a:cxn>
                <a:cxn ang="0">
                  <a:pos x="175" y="47"/>
                </a:cxn>
                <a:cxn ang="0">
                  <a:pos x="169" y="65"/>
                </a:cxn>
                <a:cxn ang="0">
                  <a:pos x="158" y="91"/>
                </a:cxn>
                <a:cxn ang="0">
                  <a:pos x="142" y="119"/>
                </a:cxn>
                <a:cxn ang="0">
                  <a:pos x="119" y="148"/>
                </a:cxn>
                <a:cxn ang="0">
                  <a:pos x="87" y="174"/>
                </a:cxn>
                <a:cxn ang="0">
                  <a:pos x="48" y="192"/>
                </a:cxn>
                <a:cxn ang="0">
                  <a:pos x="0" y="197"/>
                </a:cxn>
                <a:cxn ang="0">
                  <a:pos x="19" y="0"/>
                </a:cxn>
              </a:cxnLst>
              <a:rect l="0" t="0" r="r" b="b"/>
              <a:pathLst>
                <a:path w="214" h="197">
                  <a:moveTo>
                    <a:pt x="19" y="0"/>
                  </a:moveTo>
                  <a:lnTo>
                    <a:pt x="214" y="0"/>
                  </a:lnTo>
                  <a:lnTo>
                    <a:pt x="214" y="40"/>
                  </a:lnTo>
                  <a:lnTo>
                    <a:pt x="176" y="40"/>
                  </a:lnTo>
                  <a:lnTo>
                    <a:pt x="175" y="47"/>
                  </a:lnTo>
                  <a:lnTo>
                    <a:pt x="169" y="65"/>
                  </a:lnTo>
                  <a:lnTo>
                    <a:pt x="158" y="91"/>
                  </a:lnTo>
                  <a:lnTo>
                    <a:pt x="142" y="119"/>
                  </a:lnTo>
                  <a:lnTo>
                    <a:pt x="119" y="148"/>
                  </a:lnTo>
                  <a:lnTo>
                    <a:pt x="87" y="174"/>
                  </a:lnTo>
                  <a:lnTo>
                    <a:pt x="48" y="192"/>
                  </a:lnTo>
                  <a:lnTo>
                    <a:pt x="0" y="197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33"/>
            <p:cNvSpPr>
              <a:spLocks noChangeArrowheads="1"/>
            </p:cNvSpPr>
            <p:nvPr/>
          </p:nvSpPr>
          <p:spPr bwMode="auto">
            <a:xfrm>
              <a:off x="1122198" y="5066678"/>
              <a:ext cx="37478" cy="19056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7" name="Group 18"/>
          <p:cNvGrpSpPr>
            <a:grpSpLocks noChangeAspect="1"/>
          </p:cNvGrpSpPr>
          <p:nvPr/>
        </p:nvGrpSpPr>
        <p:grpSpPr bwMode="auto">
          <a:xfrm>
            <a:off x="5715000" y="304800"/>
            <a:ext cx="906463" cy="906463"/>
            <a:chOff x="1800" y="8481"/>
            <a:chExt cx="1427" cy="1427"/>
          </a:xfrm>
        </p:grpSpPr>
        <p:sp>
          <p:nvSpPr>
            <p:cNvPr id="38" name="AutoShape 19"/>
            <p:cNvSpPr>
              <a:spLocks noChangeAspect="1" noChangeArrowheads="1"/>
            </p:cNvSpPr>
            <p:nvPr/>
          </p:nvSpPr>
          <p:spPr bwMode="auto">
            <a:xfrm>
              <a:off x="1800" y="8481"/>
              <a:ext cx="1427" cy="1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0"/>
            <p:cNvSpPr>
              <a:spLocks/>
            </p:cNvSpPr>
            <p:nvPr/>
          </p:nvSpPr>
          <p:spPr bwMode="auto">
            <a:xfrm>
              <a:off x="1838" y="8542"/>
              <a:ext cx="1324" cy="1329"/>
            </a:xfrm>
            <a:custGeom>
              <a:avLst/>
              <a:gdLst/>
              <a:ahLst/>
              <a:cxnLst>
                <a:cxn ang="0">
                  <a:pos x="134" y="1329"/>
                </a:cxn>
                <a:cxn ang="0">
                  <a:pos x="106" y="1326"/>
                </a:cxn>
                <a:cxn ang="0">
                  <a:pos x="82" y="1318"/>
                </a:cxn>
                <a:cxn ang="0">
                  <a:pos x="59" y="1305"/>
                </a:cxn>
                <a:cxn ang="0">
                  <a:pos x="38" y="1290"/>
                </a:cxn>
                <a:cxn ang="0">
                  <a:pos x="23" y="1269"/>
                </a:cxn>
                <a:cxn ang="0">
                  <a:pos x="10" y="1246"/>
                </a:cxn>
                <a:cxn ang="0">
                  <a:pos x="2" y="1222"/>
                </a:cxn>
                <a:cxn ang="0">
                  <a:pos x="0" y="1194"/>
                </a:cxn>
                <a:cxn ang="0">
                  <a:pos x="0" y="134"/>
                </a:cxn>
                <a:cxn ang="0">
                  <a:pos x="2" y="106"/>
                </a:cxn>
                <a:cxn ang="0">
                  <a:pos x="10" y="82"/>
                </a:cxn>
                <a:cxn ang="0">
                  <a:pos x="23" y="59"/>
                </a:cxn>
                <a:cxn ang="0">
                  <a:pos x="38" y="38"/>
                </a:cxn>
                <a:cxn ang="0">
                  <a:pos x="59" y="23"/>
                </a:cxn>
                <a:cxn ang="0">
                  <a:pos x="82" y="10"/>
                </a:cxn>
                <a:cxn ang="0">
                  <a:pos x="106" y="2"/>
                </a:cxn>
                <a:cxn ang="0">
                  <a:pos x="134" y="0"/>
                </a:cxn>
                <a:cxn ang="0">
                  <a:pos x="1188" y="0"/>
                </a:cxn>
                <a:cxn ang="0">
                  <a:pos x="1216" y="2"/>
                </a:cxn>
                <a:cxn ang="0">
                  <a:pos x="1242" y="10"/>
                </a:cxn>
                <a:cxn ang="0">
                  <a:pos x="1265" y="23"/>
                </a:cxn>
                <a:cxn ang="0">
                  <a:pos x="1285" y="38"/>
                </a:cxn>
                <a:cxn ang="0">
                  <a:pos x="1301" y="59"/>
                </a:cxn>
                <a:cxn ang="0">
                  <a:pos x="1314" y="82"/>
                </a:cxn>
                <a:cxn ang="0">
                  <a:pos x="1321" y="106"/>
                </a:cxn>
                <a:cxn ang="0">
                  <a:pos x="1324" y="134"/>
                </a:cxn>
                <a:cxn ang="0">
                  <a:pos x="1324" y="1194"/>
                </a:cxn>
                <a:cxn ang="0">
                  <a:pos x="1321" y="1222"/>
                </a:cxn>
                <a:cxn ang="0">
                  <a:pos x="1314" y="1246"/>
                </a:cxn>
                <a:cxn ang="0">
                  <a:pos x="1301" y="1269"/>
                </a:cxn>
                <a:cxn ang="0">
                  <a:pos x="1285" y="1290"/>
                </a:cxn>
                <a:cxn ang="0">
                  <a:pos x="1265" y="1305"/>
                </a:cxn>
                <a:cxn ang="0">
                  <a:pos x="1242" y="1318"/>
                </a:cxn>
                <a:cxn ang="0">
                  <a:pos x="1216" y="1326"/>
                </a:cxn>
                <a:cxn ang="0">
                  <a:pos x="1188" y="1329"/>
                </a:cxn>
                <a:cxn ang="0">
                  <a:pos x="134" y="1329"/>
                </a:cxn>
              </a:cxnLst>
              <a:rect l="0" t="0" r="r" b="b"/>
              <a:pathLst>
                <a:path w="1324" h="1329">
                  <a:moveTo>
                    <a:pt x="134" y="1329"/>
                  </a:moveTo>
                  <a:lnTo>
                    <a:pt x="106" y="1326"/>
                  </a:lnTo>
                  <a:lnTo>
                    <a:pt x="82" y="1318"/>
                  </a:lnTo>
                  <a:lnTo>
                    <a:pt x="59" y="1305"/>
                  </a:lnTo>
                  <a:lnTo>
                    <a:pt x="38" y="1290"/>
                  </a:lnTo>
                  <a:lnTo>
                    <a:pt x="23" y="1269"/>
                  </a:lnTo>
                  <a:lnTo>
                    <a:pt x="10" y="1246"/>
                  </a:lnTo>
                  <a:lnTo>
                    <a:pt x="2" y="1222"/>
                  </a:lnTo>
                  <a:lnTo>
                    <a:pt x="0" y="1194"/>
                  </a:lnTo>
                  <a:lnTo>
                    <a:pt x="0" y="134"/>
                  </a:lnTo>
                  <a:lnTo>
                    <a:pt x="2" y="106"/>
                  </a:lnTo>
                  <a:lnTo>
                    <a:pt x="10" y="82"/>
                  </a:lnTo>
                  <a:lnTo>
                    <a:pt x="23" y="59"/>
                  </a:lnTo>
                  <a:lnTo>
                    <a:pt x="38" y="38"/>
                  </a:lnTo>
                  <a:lnTo>
                    <a:pt x="59" y="23"/>
                  </a:lnTo>
                  <a:lnTo>
                    <a:pt x="82" y="10"/>
                  </a:lnTo>
                  <a:lnTo>
                    <a:pt x="106" y="2"/>
                  </a:lnTo>
                  <a:lnTo>
                    <a:pt x="134" y="0"/>
                  </a:lnTo>
                  <a:lnTo>
                    <a:pt x="1188" y="0"/>
                  </a:lnTo>
                  <a:lnTo>
                    <a:pt x="1216" y="2"/>
                  </a:lnTo>
                  <a:lnTo>
                    <a:pt x="1242" y="10"/>
                  </a:lnTo>
                  <a:lnTo>
                    <a:pt x="1265" y="23"/>
                  </a:lnTo>
                  <a:lnTo>
                    <a:pt x="1285" y="38"/>
                  </a:lnTo>
                  <a:lnTo>
                    <a:pt x="1301" y="59"/>
                  </a:lnTo>
                  <a:lnTo>
                    <a:pt x="1314" y="82"/>
                  </a:lnTo>
                  <a:lnTo>
                    <a:pt x="1321" y="106"/>
                  </a:lnTo>
                  <a:lnTo>
                    <a:pt x="1324" y="134"/>
                  </a:lnTo>
                  <a:lnTo>
                    <a:pt x="1324" y="1194"/>
                  </a:lnTo>
                  <a:lnTo>
                    <a:pt x="1321" y="1222"/>
                  </a:lnTo>
                  <a:lnTo>
                    <a:pt x="1314" y="1246"/>
                  </a:lnTo>
                  <a:lnTo>
                    <a:pt x="1301" y="1269"/>
                  </a:lnTo>
                  <a:lnTo>
                    <a:pt x="1285" y="1290"/>
                  </a:lnTo>
                  <a:lnTo>
                    <a:pt x="1265" y="1305"/>
                  </a:lnTo>
                  <a:lnTo>
                    <a:pt x="1242" y="1318"/>
                  </a:lnTo>
                  <a:lnTo>
                    <a:pt x="1216" y="1326"/>
                  </a:lnTo>
                  <a:lnTo>
                    <a:pt x="1188" y="1329"/>
                  </a:lnTo>
                  <a:lnTo>
                    <a:pt x="134" y="1329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1"/>
            <p:cNvSpPr>
              <a:spLocks/>
            </p:cNvSpPr>
            <p:nvPr/>
          </p:nvSpPr>
          <p:spPr bwMode="auto">
            <a:xfrm>
              <a:off x="1800" y="8481"/>
              <a:ext cx="1427" cy="1427"/>
            </a:xfrm>
            <a:custGeom>
              <a:avLst/>
              <a:gdLst/>
              <a:ahLst/>
              <a:cxnLst>
                <a:cxn ang="0">
                  <a:pos x="65" y="40"/>
                </a:cxn>
                <a:cxn ang="0">
                  <a:pos x="94" y="20"/>
                </a:cxn>
                <a:cxn ang="0">
                  <a:pos x="124" y="7"/>
                </a:cxn>
                <a:cxn ang="0">
                  <a:pos x="159" y="1"/>
                </a:cxn>
                <a:cxn ang="0">
                  <a:pos x="1251" y="0"/>
                </a:cxn>
                <a:cxn ang="0">
                  <a:pos x="1319" y="14"/>
                </a:cxn>
                <a:cxn ang="0">
                  <a:pos x="1375" y="52"/>
                </a:cxn>
                <a:cxn ang="0">
                  <a:pos x="1413" y="108"/>
                </a:cxn>
                <a:cxn ang="0">
                  <a:pos x="1427" y="176"/>
                </a:cxn>
                <a:cxn ang="0">
                  <a:pos x="1343" y="676"/>
                </a:cxn>
                <a:cxn ang="0">
                  <a:pos x="1342" y="157"/>
                </a:cxn>
                <a:cxn ang="0">
                  <a:pos x="1327" y="125"/>
                </a:cxn>
                <a:cxn ang="0">
                  <a:pos x="1309" y="105"/>
                </a:cxn>
                <a:cxn ang="0">
                  <a:pos x="1294" y="95"/>
                </a:cxn>
                <a:cxn ang="0">
                  <a:pos x="1278" y="88"/>
                </a:cxn>
                <a:cxn ang="0">
                  <a:pos x="1260" y="84"/>
                </a:cxn>
                <a:cxn ang="0">
                  <a:pos x="176" y="84"/>
                </a:cxn>
                <a:cxn ang="0">
                  <a:pos x="157" y="85"/>
                </a:cxn>
                <a:cxn ang="0">
                  <a:pos x="141" y="91"/>
                </a:cxn>
                <a:cxn ang="0">
                  <a:pos x="126" y="99"/>
                </a:cxn>
                <a:cxn ang="0">
                  <a:pos x="111" y="111"/>
                </a:cxn>
                <a:cxn ang="0">
                  <a:pos x="91" y="141"/>
                </a:cxn>
                <a:cxn ang="0">
                  <a:pos x="84" y="176"/>
                </a:cxn>
                <a:cxn ang="0">
                  <a:pos x="85" y="1270"/>
                </a:cxn>
                <a:cxn ang="0">
                  <a:pos x="100" y="1303"/>
                </a:cxn>
                <a:cxn ang="0">
                  <a:pos x="124" y="1328"/>
                </a:cxn>
                <a:cxn ang="0">
                  <a:pos x="157" y="1342"/>
                </a:cxn>
                <a:cxn ang="0">
                  <a:pos x="1251" y="1343"/>
                </a:cxn>
                <a:cxn ang="0">
                  <a:pos x="1270" y="1342"/>
                </a:cxn>
                <a:cxn ang="0">
                  <a:pos x="1286" y="1336"/>
                </a:cxn>
                <a:cxn ang="0">
                  <a:pos x="1301" y="1328"/>
                </a:cxn>
                <a:cxn ang="0">
                  <a:pos x="1316" y="1316"/>
                </a:cxn>
                <a:cxn ang="0">
                  <a:pos x="1336" y="1286"/>
                </a:cxn>
                <a:cxn ang="0">
                  <a:pos x="1343" y="1251"/>
                </a:cxn>
                <a:cxn ang="0">
                  <a:pos x="1427" y="676"/>
                </a:cxn>
                <a:cxn ang="0">
                  <a:pos x="1426" y="1268"/>
                </a:cxn>
                <a:cxn ang="0">
                  <a:pos x="1420" y="1302"/>
                </a:cxn>
                <a:cxn ang="0">
                  <a:pos x="1405" y="1333"/>
                </a:cxn>
                <a:cxn ang="0">
                  <a:pos x="1387" y="1362"/>
                </a:cxn>
                <a:cxn ang="0">
                  <a:pos x="1362" y="1387"/>
                </a:cxn>
                <a:cxn ang="0">
                  <a:pos x="1333" y="1405"/>
                </a:cxn>
                <a:cxn ang="0">
                  <a:pos x="1301" y="1420"/>
                </a:cxn>
                <a:cxn ang="0">
                  <a:pos x="1268" y="1426"/>
                </a:cxn>
                <a:cxn ang="0">
                  <a:pos x="176" y="1427"/>
                </a:cxn>
                <a:cxn ang="0">
                  <a:pos x="141" y="1424"/>
                </a:cxn>
                <a:cxn ang="0">
                  <a:pos x="108" y="1414"/>
                </a:cxn>
                <a:cxn ang="0">
                  <a:pos x="79" y="1397"/>
                </a:cxn>
                <a:cxn ang="0">
                  <a:pos x="52" y="1375"/>
                </a:cxn>
                <a:cxn ang="0">
                  <a:pos x="29" y="1348"/>
                </a:cxn>
                <a:cxn ang="0">
                  <a:pos x="13" y="1317"/>
                </a:cxn>
                <a:cxn ang="0">
                  <a:pos x="3" y="1286"/>
                </a:cxn>
                <a:cxn ang="0">
                  <a:pos x="0" y="1251"/>
                </a:cxn>
                <a:cxn ang="0">
                  <a:pos x="1" y="159"/>
                </a:cxn>
                <a:cxn ang="0">
                  <a:pos x="7" y="124"/>
                </a:cxn>
                <a:cxn ang="0">
                  <a:pos x="20" y="94"/>
                </a:cxn>
                <a:cxn ang="0">
                  <a:pos x="40" y="65"/>
                </a:cxn>
              </a:cxnLst>
              <a:rect l="0" t="0" r="r" b="b"/>
              <a:pathLst>
                <a:path w="1427" h="1427">
                  <a:moveTo>
                    <a:pt x="52" y="52"/>
                  </a:moveTo>
                  <a:lnTo>
                    <a:pt x="65" y="40"/>
                  </a:lnTo>
                  <a:lnTo>
                    <a:pt x="79" y="29"/>
                  </a:lnTo>
                  <a:lnTo>
                    <a:pt x="94" y="20"/>
                  </a:lnTo>
                  <a:lnTo>
                    <a:pt x="108" y="13"/>
                  </a:lnTo>
                  <a:lnTo>
                    <a:pt x="124" y="7"/>
                  </a:lnTo>
                  <a:lnTo>
                    <a:pt x="141" y="3"/>
                  </a:lnTo>
                  <a:lnTo>
                    <a:pt x="159" y="1"/>
                  </a:lnTo>
                  <a:lnTo>
                    <a:pt x="176" y="0"/>
                  </a:lnTo>
                  <a:lnTo>
                    <a:pt x="1251" y="0"/>
                  </a:lnTo>
                  <a:lnTo>
                    <a:pt x="1286" y="3"/>
                  </a:lnTo>
                  <a:lnTo>
                    <a:pt x="1319" y="14"/>
                  </a:lnTo>
                  <a:lnTo>
                    <a:pt x="1349" y="30"/>
                  </a:lnTo>
                  <a:lnTo>
                    <a:pt x="1375" y="52"/>
                  </a:lnTo>
                  <a:lnTo>
                    <a:pt x="1397" y="78"/>
                  </a:lnTo>
                  <a:lnTo>
                    <a:pt x="1413" y="108"/>
                  </a:lnTo>
                  <a:lnTo>
                    <a:pt x="1424" y="141"/>
                  </a:lnTo>
                  <a:lnTo>
                    <a:pt x="1427" y="176"/>
                  </a:lnTo>
                  <a:lnTo>
                    <a:pt x="1427" y="676"/>
                  </a:lnTo>
                  <a:lnTo>
                    <a:pt x="1343" y="676"/>
                  </a:lnTo>
                  <a:lnTo>
                    <a:pt x="1343" y="176"/>
                  </a:lnTo>
                  <a:lnTo>
                    <a:pt x="1342" y="157"/>
                  </a:lnTo>
                  <a:lnTo>
                    <a:pt x="1336" y="141"/>
                  </a:lnTo>
                  <a:lnTo>
                    <a:pt x="1327" y="125"/>
                  </a:lnTo>
                  <a:lnTo>
                    <a:pt x="1316" y="111"/>
                  </a:lnTo>
                  <a:lnTo>
                    <a:pt x="1309" y="105"/>
                  </a:lnTo>
                  <a:lnTo>
                    <a:pt x="1301" y="99"/>
                  </a:lnTo>
                  <a:lnTo>
                    <a:pt x="1294" y="95"/>
                  </a:lnTo>
                  <a:lnTo>
                    <a:pt x="1286" y="91"/>
                  </a:lnTo>
                  <a:lnTo>
                    <a:pt x="1278" y="88"/>
                  </a:lnTo>
                  <a:lnTo>
                    <a:pt x="1270" y="85"/>
                  </a:lnTo>
                  <a:lnTo>
                    <a:pt x="1260" y="84"/>
                  </a:lnTo>
                  <a:lnTo>
                    <a:pt x="1251" y="84"/>
                  </a:lnTo>
                  <a:lnTo>
                    <a:pt x="176" y="84"/>
                  </a:lnTo>
                  <a:lnTo>
                    <a:pt x="167" y="84"/>
                  </a:lnTo>
                  <a:lnTo>
                    <a:pt x="157" y="85"/>
                  </a:lnTo>
                  <a:lnTo>
                    <a:pt x="149" y="88"/>
                  </a:lnTo>
                  <a:lnTo>
                    <a:pt x="141" y="91"/>
                  </a:lnTo>
                  <a:lnTo>
                    <a:pt x="133" y="95"/>
                  </a:lnTo>
                  <a:lnTo>
                    <a:pt x="126" y="99"/>
                  </a:lnTo>
                  <a:lnTo>
                    <a:pt x="118" y="105"/>
                  </a:lnTo>
                  <a:lnTo>
                    <a:pt x="111" y="111"/>
                  </a:lnTo>
                  <a:lnTo>
                    <a:pt x="100" y="125"/>
                  </a:lnTo>
                  <a:lnTo>
                    <a:pt x="91" y="141"/>
                  </a:lnTo>
                  <a:lnTo>
                    <a:pt x="85" y="157"/>
                  </a:lnTo>
                  <a:lnTo>
                    <a:pt x="84" y="176"/>
                  </a:lnTo>
                  <a:lnTo>
                    <a:pt x="84" y="1251"/>
                  </a:lnTo>
                  <a:lnTo>
                    <a:pt x="85" y="1270"/>
                  </a:lnTo>
                  <a:lnTo>
                    <a:pt x="91" y="1287"/>
                  </a:lnTo>
                  <a:lnTo>
                    <a:pt x="100" y="1303"/>
                  </a:lnTo>
                  <a:lnTo>
                    <a:pt x="111" y="1316"/>
                  </a:lnTo>
                  <a:lnTo>
                    <a:pt x="124" y="1328"/>
                  </a:lnTo>
                  <a:lnTo>
                    <a:pt x="140" y="1336"/>
                  </a:lnTo>
                  <a:lnTo>
                    <a:pt x="157" y="1342"/>
                  </a:lnTo>
                  <a:lnTo>
                    <a:pt x="176" y="1343"/>
                  </a:lnTo>
                  <a:lnTo>
                    <a:pt x="1251" y="1343"/>
                  </a:lnTo>
                  <a:lnTo>
                    <a:pt x="1260" y="1343"/>
                  </a:lnTo>
                  <a:lnTo>
                    <a:pt x="1270" y="1342"/>
                  </a:lnTo>
                  <a:lnTo>
                    <a:pt x="1278" y="1339"/>
                  </a:lnTo>
                  <a:lnTo>
                    <a:pt x="1286" y="1336"/>
                  </a:lnTo>
                  <a:lnTo>
                    <a:pt x="1294" y="1332"/>
                  </a:lnTo>
                  <a:lnTo>
                    <a:pt x="1301" y="1328"/>
                  </a:lnTo>
                  <a:lnTo>
                    <a:pt x="1309" y="1322"/>
                  </a:lnTo>
                  <a:lnTo>
                    <a:pt x="1316" y="1316"/>
                  </a:lnTo>
                  <a:lnTo>
                    <a:pt x="1327" y="1302"/>
                  </a:lnTo>
                  <a:lnTo>
                    <a:pt x="1336" y="1286"/>
                  </a:lnTo>
                  <a:lnTo>
                    <a:pt x="1342" y="1270"/>
                  </a:lnTo>
                  <a:lnTo>
                    <a:pt x="1343" y="1251"/>
                  </a:lnTo>
                  <a:lnTo>
                    <a:pt x="1343" y="676"/>
                  </a:lnTo>
                  <a:lnTo>
                    <a:pt x="1427" y="676"/>
                  </a:lnTo>
                  <a:lnTo>
                    <a:pt x="1427" y="1251"/>
                  </a:lnTo>
                  <a:lnTo>
                    <a:pt x="1426" y="1268"/>
                  </a:lnTo>
                  <a:lnTo>
                    <a:pt x="1424" y="1286"/>
                  </a:lnTo>
                  <a:lnTo>
                    <a:pt x="1420" y="1302"/>
                  </a:lnTo>
                  <a:lnTo>
                    <a:pt x="1414" y="1317"/>
                  </a:lnTo>
                  <a:lnTo>
                    <a:pt x="1405" y="1333"/>
                  </a:lnTo>
                  <a:lnTo>
                    <a:pt x="1397" y="1348"/>
                  </a:lnTo>
                  <a:lnTo>
                    <a:pt x="1387" y="1362"/>
                  </a:lnTo>
                  <a:lnTo>
                    <a:pt x="1375" y="1375"/>
                  </a:lnTo>
                  <a:lnTo>
                    <a:pt x="1362" y="1387"/>
                  </a:lnTo>
                  <a:lnTo>
                    <a:pt x="1348" y="1397"/>
                  </a:lnTo>
                  <a:lnTo>
                    <a:pt x="1333" y="1405"/>
                  </a:lnTo>
                  <a:lnTo>
                    <a:pt x="1317" y="1414"/>
                  </a:lnTo>
                  <a:lnTo>
                    <a:pt x="1301" y="1420"/>
                  </a:lnTo>
                  <a:lnTo>
                    <a:pt x="1286" y="1424"/>
                  </a:lnTo>
                  <a:lnTo>
                    <a:pt x="1268" y="1426"/>
                  </a:lnTo>
                  <a:lnTo>
                    <a:pt x="1251" y="1427"/>
                  </a:lnTo>
                  <a:lnTo>
                    <a:pt x="176" y="1427"/>
                  </a:lnTo>
                  <a:lnTo>
                    <a:pt x="159" y="1426"/>
                  </a:lnTo>
                  <a:lnTo>
                    <a:pt x="141" y="1424"/>
                  </a:lnTo>
                  <a:lnTo>
                    <a:pt x="124" y="1420"/>
                  </a:lnTo>
                  <a:lnTo>
                    <a:pt x="108" y="1414"/>
                  </a:lnTo>
                  <a:lnTo>
                    <a:pt x="94" y="1405"/>
                  </a:lnTo>
                  <a:lnTo>
                    <a:pt x="79" y="1397"/>
                  </a:lnTo>
                  <a:lnTo>
                    <a:pt x="65" y="1387"/>
                  </a:lnTo>
                  <a:lnTo>
                    <a:pt x="52" y="1375"/>
                  </a:lnTo>
                  <a:lnTo>
                    <a:pt x="40" y="1362"/>
                  </a:lnTo>
                  <a:lnTo>
                    <a:pt x="29" y="1348"/>
                  </a:lnTo>
                  <a:lnTo>
                    <a:pt x="20" y="1333"/>
                  </a:lnTo>
                  <a:lnTo>
                    <a:pt x="13" y="1317"/>
                  </a:lnTo>
                  <a:lnTo>
                    <a:pt x="7" y="1302"/>
                  </a:lnTo>
                  <a:lnTo>
                    <a:pt x="3" y="1286"/>
                  </a:lnTo>
                  <a:lnTo>
                    <a:pt x="1" y="1268"/>
                  </a:lnTo>
                  <a:lnTo>
                    <a:pt x="0" y="1251"/>
                  </a:lnTo>
                  <a:lnTo>
                    <a:pt x="0" y="176"/>
                  </a:lnTo>
                  <a:lnTo>
                    <a:pt x="1" y="159"/>
                  </a:lnTo>
                  <a:lnTo>
                    <a:pt x="3" y="141"/>
                  </a:lnTo>
                  <a:lnTo>
                    <a:pt x="7" y="124"/>
                  </a:lnTo>
                  <a:lnTo>
                    <a:pt x="13" y="108"/>
                  </a:lnTo>
                  <a:lnTo>
                    <a:pt x="20" y="94"/>
                  </a:lnTo>
                  <a:lnTo>
                    <a:pt x="29" y="78"/>
                  </a:lnTo>
                  <a:lnTo>
                    <a:pt x="40" y="65"/>
                  </a:lnTo>
                  <a:lnTo>
                    <a:pt x="52" y="5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22"/>
            <p:cNvSpPr>
              <a:spLocks noChangeArrowheads="1"/>
            </p:cNvSpPr>
            <p:nvPr/>
          </p:nvSpPr>
          <p:spPr bwMode="auto">
            <a:xfrm>
              <a:off x="2278" y="8759"/>
              <a:ext cx="476" cy="98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"/>
            <p:cNvSpPr>
              <a:spLocks/>
            </p:cNvSpPr>
            <p:nvPr/>
          </p:nvSpPr>
          <p:spPr bwMode="auto">
            <a:xfrm>
              <a:off x="2418" y="8859"/>
              <a:ext cx="216" cy="217"/>
            </a:xfrm>
            <a:custGeom>
              <a:avLst/>
              <a:gdLst/>
              <a:ahLst/>
              <a:cxnLst>
                <a:cxn ang="0">
                  <a:pos x="108" y="217"/>
                </a:cxn>
                <a:cxn ang="0">
                  <a:pos x="129" y="214"/>
                </a:cxn>
                <a:cxn ang="0">
                  <a:pos x="150" y="209"/>
                </a:cxn>
                <a:cxn ang="0">
                  <a:pos x="168" y="199"/>
                </a:cxn>
                <a:cxn ang="0">
                  <a:pos x="184" y="186"/>
                </a:cxn>
                <a:cxn ang="0">
                  <a:pos x="197" y="170"/>
                </a:cxn>
                <a:cxn ang="0">
                  <a:pos x="207" y="151"/>
                </a:cxn>
                <a:cxn ang="0">
                  <a:pos x="213" y="131"/>
                </a:cxn>
                <a:cxn ang="0">
                  <a:pos x="216" y="109"/>
                </a:cxn>
                <a:cxn ang="0">
                  <a:pos x="213" y="88"/>
                </a:cxn>
                <a:cxn ang="0">
                  <a:pos x="207" y="66"/>
                </a:cxn>
                <a:cxn ang="0">
                  <a:pos x="197" y="47"/>
                </a:cxn>
                <a:cxn ang="0">
                  <a:pos x="184" y="31"/>
                </a:cxn>
                <a:cxn ang="0">
                  <a:pos x="168" y="18"/>
                </a:cxn>
                <a:cxn ang="0">
                  <a:pos x="150" y="8"/>
                </a:cxn>
                <a:cxn ang="0">
                  <a:pos x="129" y="3"/>
                </a:cxn>
                <a:cxn ang="0">
                  <a:pos x="108" y="0"/>
                </a:cxn>
                <a:cxn ang="0">
                  <a:pos x="86" y="3"/>
                </a:cxn>
                <a:cxn ang="0">
                  <a:pos x="66" y="8"/>
                </a:cxn>
                <a:cxn ang="0">
                  <a:pos x="47" y="18"/>
                </a:cxn>
                <a:cxn ang="0">
                  <a:pos x="31" y="31"/>
                </a:cxn>
                <a:cxn ang="0">
                  <a:pos x="18" y="47"/>
                </a:cxn>
                <a:cxn ang="0">
                  <a:pos x="8" y="66"/>
                </a:cxn>
                <a:cxn ang="0">
                  <a:pos x="2" y="88"/>
                </a:cxn>
                <a:cxn ang="0">
                  <a:pos x="0" y="109"/>
                </a:cxn>
                <a:cxn ang="0">
                  <a:pos x="2" y="131"/>
                </a:cxn>
                <a:cxn ang="0">
                  <a:pos x="8" y="151"/>
                </a:cxn>
                <a:cxn ang="0">
                  <a:pos x="18" y="170"/>
                </a:cxn>
                <a:cxn ang="0">
                  <a:pos x="31" y="186"/>
                </a:cxn>
                <a:cxn ang="0">
                  <a:pos x="47" y="199"/>
                </a:cxn>
                <a:cxn ang="0">
                  <a:pos x="66" y="209"/>
                </a:cxn>
                <a:cxn ang="0">
                  <a:pos x="86" y="214"/>
                </a:cxn>
                <a:cxn ang="0">
                  <a:pos x="108" y="217"/>
                </a:cxn>
              </a:cxnLst>
              <a:rect l="0" t="0" r="r" b="b"/>
              <a:pathLst>
                <a:path w="216" h="217">
                  <a:moveTo>
                    <a:pt x="108" y="217"/>
                  </a:moveTo>
                  <a:lnTo>
                    <a:pt x="129" y="214"/>
                  </a:lnTo>
                  <a:lnTo>
                    <a:pt x="150" y="209"/>
                  </a:lnTo>
                  <a:lnTo>
                    <a:pt x="168" y="199"/>
                  </a:lnTo>
                  <a:lnTo>
                    <a:pt x="184" y="186"/>
                  </a:lnTo>
                  <a:lnTo>
                    <a:pt x="197" y="170"/>
                  </a:lnTo>
                  <a:lnTo>
                    <a:pt x="207" y="151"/>
                  </a:lnTo>
                  <a:lnTo>
                    <a:pt x="213" y="131"/>
                  </a:lnTo>
                  <a:lnTo>
                    <a:pt x="216" y="109"/>
                  </a:lnTo>
                  <a:lnTo>
                    <a:pt x="213" y="88"/>
                  </a:lnTo>
                  <a:lnTo>
                    <a:pt x="207" y="66"/>
                  </a:lnTo>
                  <a:lnTo>
                    <a:pt x="197" y="47"/>
                  </a:lnTo>
                  <a:lnTo>
                    <a:pt x="184" y="31"/>
                  </a:lnTo>
                  <a:lnTo>
                    <a:pt x="168" y="18"/>
                  </a:lnTo>
                  <a:lnTo>
                    <a:pt x="150" y="8"/>
                  </a:lnTo>
                  <a:lnTo>
                    <a:pt x="129" y="3"/>
                  </a:lnTo>
                  <a:lnTo>
                    <a:pt x="108" y="0"/>
                  </a:lnTo>
                  <a:lnTo>
                    <a:pt x="86" y="3"/>
                  </a:lnTo>
                  <a:lnTo>
                    <a:pt x="66" y="8"/>
                  </a:lnTo>
                  <a:lnTo>
                    <a:pt x="47" y="18"/>
                  </a:lnTo>
                  <a:lnTo>
                    <a:pt x="31" y="31"/>
                  </a:lnTo>
                  <a:lnTo>
                    <a:pt x="18" y="47"/>
                  </a:lnTo>
                  <a:lnTo>
                    <a:pt x="8" y="66"/>
                  </a:lnTo>
                  <a:lnTo>
                    <a:pt x="2" y="88"/>
                  </a:lnTo>
                  <a:lnTo>
                    <a:pt x="0" y="109"/>
                  </a:lnTo>
                  <a:lnTo>
                    <a:pt x="2" y="131"/>
                  </a:lnTo>
                  <a:lnTo>
                    <a:pt x="8" y="151"/>
                  </a:lnTo>
                  <a:lnTo>
                    <a:pt x="18" y="170"/>
                  </a:lnTo>
                  <a:lnTo>
                    <a:pt x="31" y="186"/>
                  </a:lnTo>
                  <a:lnTo>
                    <a:pt x="47" y="199"/>
                  </a:lnTo>
                  <a:lnTo>
                    <a:pt x="66" y="209"/>
                  </a:lnTo>
                  <a:lnTo>
                    <a:pt x="86" y="214"/>
                  </a:lnTo>
                  <a:lnTo>
                    <a:pt x="108" y="217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4"/>
            <p:cNvSpPr>
              <a:spLocks/>
            </p:cNvSpPr>
            <p:nvPr/>
          </p:nvSpPr>
          <p:spPr bwMode="auto">
            <a:xfrm>
              <a:off x="2418" y="9134"/>
              <a:ext cx="216" cy="216"/>
            </a:xfrm>
            <a:custGeom>
              <a:avLst/>
              <a:gdLst/>
              <a:ahLst/>
              <a:cxnLst>
                <a:cxn ang="0">
                  <a:pos x="108" y="216"/>
                </a:cxn>
                <a:cxn ang="0">
                  <a:pos x="129" y="213"/>
                </a:cxn>
                <a:cxn ang="0">
                  <a:pos x="150" y="208"/>
                </a:cxn>
                <a:cxn ang="0">
                  <a:pos x="168" y="197"/>
                </a:cxn>
                <a:cxn ang="0">
                  <a:pos x="184" y="184"/>
                </a:cxn>
                <a:cxn ang="0">
                  <a:pos x="197" y="169"/>
                </a:cxn>
                <a:cxn ang="0">
                  <a:pos x="207" y="150"/>
                </a:cxn>
                <a:cxn ang="0">
                  <a:pos x="213" y="130"/>
                </a:cxn>
                <a:cxn ang="0">
                  <a:pos x="216" y="108"/>
                </a:cxn>
                <a:cxn ang="0">
                  <a:pos x="213" y="86"/>
                </a:cxn>
                <a:cxn ang="0">
                  <a:pos x="207" y="66"/>
                </a:cxn>
                <a:cxn ang="0">
                  <a:pos x="197" y="48"/>
                </a:cxn>
                <a:cxn ang="0">
                  <a:pos x="184" y="32"/>
                </a:cxn>
                <a:cxn ang="0">
                  <a:pos x="168" y="19"/>
                </a:cxn>
                <a:cxn ang="0">
                  <a:pos x="150" y="9"/>
                </a:cxn>
                <a:cxn ang="0">
                  <a:pos x="129" y="1"/>
                </a:cxn>
                <a:cxn ang="0">
                  <a:pos x="108" y="0"/>
                </a:cxn>
                <a:cxn ang="0">
                  <a:pos x="86" y="1"/>
                </a:cxn>
                <a:cxn ang="0">
                  <a:pos x="66" y="9"/>
                </a:cxn>
                <a:cxn ang="0">
                  <a:pos x="47" y="19"/>
                </a:cxn>
                <a:cxn ang="0">
                  <a:pos x="31" y="32"/>
                </a:cxn>
                <a:cxn ang="0">
                  <a:pos x="18" y="48"/>
                </a:cxn>
                <a:cxn ang="0">
                  <a:pos x="8" y="66"/>
                </a:cxn>
                <a:cxn ang="0">
                  <a:pos x="2" y="86"/>
                </a:cxn>
                <a:cxn ang="0">
                  <a:pos x="0" y="108"/>
                </a:cxn>
                <a:cxn ang="0">
                  <a:pos x="2" y="130"/>
                </a:cxn>
                <a:cxn ang="0">
                  <a:pos x="8" y="150"/>
                </a:cxn>
                <a:cxn ang="0">
                  <a:pos x="18" y="169"/>
                </a:cxn>
                <a:cxn ang="0">
                  <a:pos x="31" y="184"/>
                </a:cxn>
                <a:cxn ang="0">
                  <a:pos x="47" y="197"/>
                </a:cxn>
                <a:cxn ang="0">
                  <a:pos x="66" y="208"/>
                </a:cxn>
                <a:cxn ang="0">
                  <a:pos x="86" y="213"/>
                </a:cxn>
                <a:cxn ang="0">
                  <a:pos x="108" y="216"/>
                </a:cxn>
              </a:cxnLst>
              <a:rect l="0" t="0" r="r" b="b"/>
              <a:pathLst>
                <a:path w="216" h="216">
                  <a:moveTo>
                    <a:pt x="108" y="216"/>
                  </a:moveTo>
                  <a:lnTo>
                    <a:pt x="129" y="213"/>
                  </a:lnTo>
                  <a:lnTo>
                    <a:pt x="150" y="208"/>
                  </a:lnTo>
                  <a:lnTo>
                    <a:pt x="168" y="197"/>
                  </a:lnTo>
                  <a:lnTo>
                    <a:pt x="184" y="184"/>
                  </a:lnTo>
                  <a:lnTo>
                    <a:pt x="197" y="169"/>
                  </a:lnTo>
                  <a:lnTo>
                    <a:pt x="207" y="150"/>
                  </a:lnTo>
                  <a:lnTo>
                    <a:pt x="213" y="130"/>
                  </a:lnTo>
                  <a:lnTo>
                    <a:pt x="216" y="108"/>
                  </a:lnTo>
                  <a:lnTo>
                    <a:pt x="213" y="86"/>
                  </a:lnTo>
                  <a:lnTo>
                    <a:pt x="207" y="66"/>
                  </a:lnTo>
                  <a:lnTo>
                    <a:pt x="197" y="48"/>
                  </a:lnTo>
                  <a:lnTo>
                    <a:pt x="184" y="32"/>
                  </a:lnTo>
                  <a:lnTo>
                    <a:pt x="168" y="19"/>
                  </a:lnTo>
                  <a:lnTo>
                    <a:pt x="150" y="9"/>
                  </a:lnTo>
                  <a:lnTo>
                    <a:pt x="129" y="1"/>
                  </a:lnTo>
                  <a:lnTo>
                    <a:pt x="108" y="0"/>
                  </a:lnTo>
                  <a:lnTo>
                    <a:pt x="86" y="1"/>
                  </a:lnTo>
                  <a:lnTo>
                    <a:pt x="66" y="9"/>
                  </a:lnTo>
                  <a:lnTo>
                    <a:pt x="47" y="19"/>
                  </a:lnTo>
                  <a:lnTo>
                    <a:pt x="31" y="32"/>
                  </a:lnTo>
                  <a:lnTo>
                    <a:pt x="18" y="48"/>
                  </a:lnTo>
                  <a:lnTo>
                    <a:pt x="8" y="66"/>
                  </a:lnTo>
                  <a:lnTo>
                    <a:pt x="2" y="86"/>
                  </a:lnTo>
                  <a:lnTo>
                    <a:pt x="0" y="108"/>
                  </a:lnTo>
                  <a:lnTo>
                    <a:pt x="2" y="130"/>
                  </a:lnTo>
                  <a:lnTo>
                    <a:pt x="8" y="150"/>
                  </a:lnTo>
                  <a:lnTo>
                    <a:pt x="18" y="169"/>
                  </a:lnTo>
                  <a:lnTo>
                    <a:pt x="31" y="184"/>
                  </a:lnTo>
                  <a:lnTo>
                    <a:pt x="47" y="197"/>
                  </a:lnTo>
                  <a:lnTo>
                    <a:pt x="66" y="208"/>
                  </a:lnTo>
                  <a:lnTo>
                    <a:pt x="86" y="213"/>
                  </a:lnTo>
                  <a:lnTo>
                    <a:pt x="108" y="216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5"/>
            <p:cNvSpPr>
              <a:spLocks/>
            </p:cNvSpPr>
            <p:nvPr/>
          </p:nvSpPr>
          <p:spPr bwMode="auto">
            <a:xfrm>
              <a:off x="2418" y="9414"/>
              <a:ext cx="216" cy="216"/>
            </a:xfrm>
            <a:custGeom>
              <a:avLst/>
              <a:gdLst/>
              <a:ahLst/>
              <a:cxnLst>
                <a:cxn ang="0">
                  <a:pos x="108" y="216"/>
                </a:cxn>
                <a:cxn ang="0">
                  <a:pos x="129" y="213"/>
                </a:cxn>
                <a:cxn ang="0">
                  <a:pos x="150" y="207"/>
                </a:cxn>
                <a:cxn ang="0">
                  <a:pos x="168" y="197"/>
                </a:cxn>
                <a:cxn ang="0">
                  <a:pos x="184" y="184"/>
                </a:cxn>
                <a:cxn ang="0">
                  <a:pos x="197" y="168"/>
                </a:cxn>
                <a:cxn ang="0">
                  <a:pos x="207" y="150"/>
                </a:cxn>
                <a:cxn ang="0">
                  <a:pos x="213" y="129"/>
                </a:cxn>
                <a:cxn ang="0">
                  <a:pos x="216" y="108"/>
                </a:cxn>
                <a:cxn ang="0">
                  <a:pos x="213" y="86"/>
                </a:cxn>
                <a:cxn ang="0">
                  <a:pos x="207" y="66"/>
                </a:cxn>
                <a:cxn ang="0">
                  <a:pos x="197" y="47"/>
                </a:cxn>
                <a:cxn ang="0">
                  <a:pos x="184" y="31"/>
                </a:cxn>
                <a:cxn ang="0">
                  <a:pos x="168" y="18"/>
                </a:cxn>
                <a:cxn ang="0">
                  <a:pos x="150" y="8"/>
                </a:cxn>
                <a:cxn ang="0">
                  <a:pos x="129" y="1"/>
                </a:cxn>
                <a:cxn ang="0">
                  <a:pos x="108" y="0"/>
                </a:cxn>
                <a:cxn ang="0">
                  <a:pos x="86" y="1"/>
                </a:cxn>
                <a:cxn ang="0">
                  <a:pos x="66" y="8"/>
                </a:cxn>
                <a:cxn ang="0">
                  <a:pos x="47" y="18"/>
                </a:cxn>
                <a:cxn ang="0">
                  <a:pos x="31" y="31"/>
                </a:cxn>
                <a:cxn ang="0">
                  <a:pos x="18" y="47"/>
                </a:cxn>
                <a:cxn ang="0">
                  <a:pos x="8" y="66"/>
                </a:cxn>
                <a:cxn ang="0">
                  <a:pos x="2" y="86"/>
                </a:cxn>
                <a:cxn ang="0">
                  <a:pos x="0" y="108"/>
                </a:cxn>
                <a:cxn ang="0">
                  <a:pos x="2" y="129"/>
                </a:cxn>
                <a:cxn ang="0">
                  <a:pos x="8" y="150"/>
                </a:cxn>
                <a:cxn ang="0">
                  <a:pos x="18" y="168"/>
                </a:cxn>
                <a:cxn ang="0">
                  <a:pos x="31" y="184"/>
                </a:cxn>
                <a:cxn ang="0">
                  <a:pos x="47" y="197"/>
                </a:cxn>
                <a:cxn ang="0">
                  <a:pos x="66" y="207"/>
                </a:cxn>
                <a:cxn ang="0">
                  <a:pos x="86" y="213"/>
                </a:cxn>
                <a:cxn ang="0">
                  <a:pos x="108" y="216"/>
                </a:cxn>
              </a:cxnLst>
              <a:rect l="0" t="0" r="r" b="b"/>
              <a:pathLst>
                <a:path w="216" h="216">
                  <a:moveTo>
                    <a:pt x="108" y="216"/>
                  </a:moveTo>
                  <a:lnTo>
                    <a:pt x="129" y="213"/>
                  </a:lnTo>
                  <a:lnTo>
                    <a:pt x="150" y="207"/>
                  </a:lnTo>
                  <a:lnTo>
                    <a:pt x="168" y="197"/>
                  </a:lnTo>
                  <a:lnTo>
                    <a:pt x="184" y="184"/>
                  </a:lnTo>
                  <a:lnTo>
                    <a:pt x="197" y="168"/>
                  </a:lnTo>
                  <a:lnTo>
                    <a:pt x="207" y="150"/>
                  </a:lnTo>
                  <a:lnTo>
                    <a:pt x="213" y="129"/>
                  </a:lnTo>
                  <a:lnTo>
                    <a:pt x="216" y="108"/>
                  </a:lnTo>
                  <a:lnTo>
                    <a:pt x="213" y="86"/>
                  </a:lnTo>
                  <a:lnTo>
                    <a:pt x="207" y="66"/>
                  </a:lnTo>
                  <a:lnTo>
                    <a:pt x="197" y="47"/>
                  </a:lnTo>
                  <a:lnTo>
                    <a:pt x="184" y="31"/>
                  </a:lnTo>
                  <a:lnTo>
                    <a:pt x="168" y="18"/>
                  </a:lnTo>
                  <a:lnTo>
                    <a:pt x="150" y="8"/>
                  </a:lnTo>
                  <a:lnTo>
                    <a:pt x="129" y="1"/>
                  </a:lnTo>
                  <a:lnTo>
                    <a:pt x="108" y="0"/>
                  </a:lnTo>
                  <a:lnTo>
                    <a:pt x="86" y="1"/>
                  </a:lnTo>
                  <a:lnTo>
                    <a:pt x="66" y="8"/>
                  </a:lnTo>
                  <a:lnTo>
                    <a:pt x="47" y="18"/>
                  </a:lnTo>
                  <a:lnTo>
                    <a:pt x="31" y="31"/>
                  </a:lnTo>
                  <a:lnTo>
                    <a:pt x="18" y="47"/>
                  </a:lnTo>
                  <a:lnTo>
                    <a:pt x="8" y="66"/>
                  </a:lnTo>
                  <a:lnTo>
                    <a:pt x="2" y="86"/>
                  </a:lnTo>
                  <a:lnTo>
                    <a:pt x="0" y="108"/>
                  </a:lnTo>
                  <a:lnTo>
                    <a:pt x="2" y="129"/>
                  </a:lnTo>
                  <a:lnTo>
                    <a:pt x="8" y="150"/>
                  </a:lnTo>
                  <a:lnTo>
                    <a:pt x="18" y="168"/>
                  </a:lnTo>
                  <a:lnTo>
                    <a:pt x="31" y="184"/>
                  </a:lnTo>
                  <a:lnTo>
                    <a:pt x="47" y="197"/>
                  </a:lnTo>
                  <a:lnTo>
                    <a:pt x="66" y="207"/>
                  </a:lnTo>
                  <a:lnTo>
                    <a:pt x="86" y="213"/>
                  </a:lnTo>
                  <a:lnTo>
                    <a:pt x="108" y="216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26"/>
            <p:cNvSpPr>
              <a:spLocks noChangeArrowheads="1"/>
            </p:cNvSpPr>
            <p:nvPr/>
          </p:nvSpPr>
          <p:spPr bwMode="auto">
            <a:xfrm>
              <a:off x="2242" y="8716"/>
              <a:ext cx="549" cy="7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7"/>
            <p:cNvSpPr>
              <a:spLocks/>
            </p:cNvSpPr>
            <p:nvPr/>
          </p:nvSpPr>
          <p:spPr bwMode="auto">
            <a:xfrm>
              <a:off x="2122" y="8844"/>
              <a:ext cx="213" cy="198"/>
            </a:xfrm>
            <a:custGeom>
              <a:avLst/>
              <a:gdLst/>
              <a:ahLst/>
              <a:cxnLst>
                <a:cxn ang="0">
                  <a:pos x="196" y="0"/>
                </a:cxn>
                <a:cxn ang="0">
                  <a:pos x="0" y="0"/>
                </a:cxn>
                <a:cxn ang="0">
                  <a:pos x="0" y="41"/>
                </a:cxn>
                <a:cxn ang="0">
                  <a:pos x="37" y="41"/>
                </a:cxn>
                <a:cxn ang="0">
                  <a:pos x="39" y="48"/>
                </a:cxn>
                <a:cxn ang="0">
                  <a:pos x="44" y="65"/>
                </a:cxn>
                <a:cxn ang="0">
                  <a:pos x="56" y="91"/>
                </a:cxn>
                <a:cxn ang="0">
                  <a:pos x="72" y="120"/>
                </a:cxn>
                <a:cxn ang="0">
                  <a:pos x="95" y="149"/>
                </a:cxn>
                <a:cxn ang="0">
                  <a:pos x="127" y="175"/>
                </a:cxn>
                <a:cxn ang="0">
                  <a:pos x="166" y="192"/>
                </a:cxn>
                <a:cxn ang="0">
                  <a:pos x="213" y="198"/>
                </a:cxn>
                <a:cxn ang="0">
                  <a:pos x="196" y="0"/>
                </a:cxn>
              </a:cxnLst>
              <a:rect l="0" t="0" r="r" b="b"/>
              <a:pathLst>
                <a:path w="213" h="198">
                  <a:moveTo>
                    <a:pt x="196" y="0"/>
                  </a:moveTo>
                  <a:lnTo>
                    <a:pt x="0" y="0"/>
                  </a:lnTo>
                  <a:lnTo>
                    <a:pt x="0" y="41"/>
                  </a:lnTo>
                  <a:lnTo>
                    <a:pt x="37" y="41"/>
                  </a:lnTo>
                  <a:lnTo>
                    <a:pt x="39" y="48"/>
                  </a:lnTo>
                  <a:lnTo>
                    <a:pt x="44" y="65"/>
                  </a:lnTo>
                  <a:lnTo>
                    <a:pt x="56" y="91"/>
                  </a:lnTo>
                  <a:lnTo>
                    <a:pt x="72" y="120"/>
                  </a:lnTo>
                  <a:lnTo>
                    <a:pt x="95" y="149"/>
                  </a:lnTo>
                  <a:lnTo>
                    <a:pt x="127" y="175"/>
                  </a:lnTo>
                  <a:lnTo>
                    <a:pt x="166" y="192"/>
                  </a:lnTo>
                  <a:lnTo>
                    <a:pt x="213" y="198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8"/>
            <p:cNvSpPr>
              <a:spLocks/>
            </p:cNvSpPr>
            <p:nvPr/>
          </p:nvSpPr>
          <p:spPr bwMode="auto">
            <a:xfrm>
              <a:off x="2122" y="9112"/>
              <a:ext cx="213" cy="198"/>
            </a:xfrm>
            <a:custGeom>
              <a:avLst/>
              <a:gdLst/>
              <a:ahLst/>
              <a:cxnLst>
                <a:cxn ang="0">
                  <a:pos x="196" y="0"/>
                </a:cxn>
                <a:cxn ang="0">
                  <a:pos x="0" y="0"/>
                </a:cxn>
                <a:cxn ang="0">
                  <a:pos x="0" y="41"/>
                </a:cxn>
                <a:cxn ang="0">
                  <a:pos x="37" y="41"/>
                </a:cxn>
                <a:cxn ang="0">
                  <a:pos x="39" y="48"/>
                </a:cxn>
                <a:cxn ang="0">
                  <a:pos x="44" y="65"/>
                </a:cxn>
                <a:cxn ang="0">
                  <a:pos x="56" y="91"/>
                </a:cxn>
                <a:cxn ang="0">
                  <a:pos x="72" y="120"/>
                </a:cxn>
                <a:cxn ang="0">
                  <a:pos x="95" y="149"/>
                </a:cxn>
                <a:cxn ang="0">
                  <a:pos x="127" y="175"/>
                </a:cxn>
                <a:cxn ang="0">
                  <a:pos x="166" y="192"/>
                </a:cxn>
                <a:cxn ang="0">
                  <a:pos x="213" y="198"/>
                </a:cxn>
                <a:cxn ang="0">
                  <a:pos x="196" y="0"/>
                </a:cxn>
              </a:cxnLst>
              <a:rect l="0" t="0" r="r" b="b"/>
              <a:pathLst>
                <a:path w="213" h="198">
                  <a:moveTo>
                    <a:pt x="196" y="0"/>
                  </a:moveTo>
                  <a:lnTo>
                    <a:pt x="0" y="0"/>
                  </a:lnTo>
                  <a:lnTo>
                    <a:pt x="0" y="41"/>
                  </a:lnTo>
                  <a:lnTo>
                    <a:pt x="37" y="41"/>
                  </a:lnTo>
                  <a:lnTo>
                    <a:pt x="39" y="48"/>
                  </a:lnTo>
                  <a:lnTo>
                    <a:pt x="44" y="65"/>
                  </a:lnTo>
                  <a:lnTo>
                    <a:pt x="56" y="91"/>
                  </a:lnTo>
                  <a:lnTo>
                    <a:pt x="72" y="120"/>
                  </a:lnTo>
                  <a:lnTo>
                    <a:pt x="95" y="149"/>
                  </a:lnTo>
                  <a:lnTo>
                    <a:pt x="127" y="175"/>
                  </a:lnTo>
                  <a:lnTo>
                    <a:pt x="166" y="192"/>
                  </a:lnTo>
                  <a:lnTo>
                    <a:pt x="213" y="198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9"/>
            <p:cNvSpPr>
              <a:spLocks/>
            </p:cNvSpPr>
            <p:nvPr/>
          </p:nvSpPr>
          <p:spPr bwMode="auto">
            <a:xfrm>
              <a:off x="2122" y="9395"/>
              <a:ext cx="213" cy="197"/>
            </a:xfrm>
            <a:custGeom>
              <a:avLst/>
              <a:gdLst/>
              <a:ahLst/>
              <a:cxnLst>
                <a:cxn ang="0">
                  <a:pos x="196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37" y="40"/>
                </a:cxn>
                <a:cxn ang="0">
                  <a:pos x="39" y="47"/>
                </a:cxn>
                <a:cxn ang="0">
                  <a:pos x="44" y="65"/>
                </a:cxn>
                <a:cxn ang="0">
                  <a:pos x="56" y="91"/>
                </a:cxn>
                <a:cxn ang="0">
                  <a:pos x="72" y="119"/>
                </a:cxn>
                <a:cxn ang="0">
                  <a:pos x="95" y="148"/>
                </a:cxn>
                <a:cxn ang="0">
                  <a:pos x="127" y="174"/>
                </a:cxn>
                <a:cxn ang="0">
                  <a:pos x="166" y="192"/>
                </a:cxn>
                <a:cxn ang="0">
                  <a:pos x="213" y="197"/>
                </a:cxn>
                <a:cxn ang="0">
                  <a:pos x="196" y="0"/>
                </a:cxn>
              </a:cxnLst>
              <a:rect l="0" t="0" r="r" b="b"/>
              <a:pathLst>
                <a:path w="213" h="197">
                  <a:moveTo>
                    <a:pt x="196" y="0"/>
                  </a:moveTo>
                  <a:lnTo>
                    <a:pt x="0" y="0"/>
                  </a:lnTo>
                  <a:lnTo>
                    <a:pt x="0" y="40"/>
                  </a:lnTo>
                  <a:lnTo>
                    <a:pt x="37" y="40"/>
                  </a:lnTo>
                  <a:lnTo>
                    <a:pt x="39" y="47"/>
                  </a:lnTo>
                  <a:lnTo>
                    <a:pt x="44" y="65"/>
                  </a:lnTo>
                  <a:lnTo>
                    <a:pt x="56" y="91"/>
                  </a:lnTo>
                  <a:lnTo>
                    <a:pt x="72" y="119"/>
                  </a:lnTo>
                  <a:lnTo>
                    <a:pt x="95" y="148"/>
                  </a:lnTo>
                  <a:lnTo>
                    <a:pt x="127" y="174"/>
                  </a:lnTo>
                  <a:lnTo>
                    <a:pt x="166" y="192"/>
                  </a:lnTo>
                  <a:lnTo>
                    <a:pt x="213" y="197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30"/>
            <p:cNvSpPr>
              <a:spLocks/>
            </p:cNvSpPr>
            <p:nvPr/>
          </p:nvSpPr>
          <p:spPr bwMode="auto">
            <a:xfrm>
              <a:off x="2697" y="8844"/>
              <a:ext cx="214" cy="198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4" y="0"/>
                </a:cxn>
                <a:cxn ang="0">
                  <a:pos x="214" y="41"/>
                </a:cxn>
                <a:cxn ang="0">
                  <a:pos x="176" y="41"/>
                </a:cxn>
                <a:cxn ang="0">
                  <a:pos x="175" y="48"/>
                </a:cxn>
                <a:cxn ang="0">
                  <a:pos x="169" y="65"/>
                </a:cxn>
                <a:cxn ang="0">
                  <a:pos x="158" y="91"/>
                </a:cxn>
                <a:cxn ang="0">
                  <a:pos x="142" y="120"/>
                </a:cxn>
                <a:cxn ang="0">
                  <a:pos x="119" y="149"/>
                </a:cxn>
                <a:cxn ang="0">
                  <a:pos x="87" y="175"/>
                </a:cxn>
                <a:cxn ang="0">
                  <a:pos x="48" y="192"/>
                </a:cxn>
                <a:cxn ang="0">
                  <a:pos x="0" y="198"/>
                </a:cxn>
                <a:cxn ang="0">
                  <a:pos x="19" y="0"/>
                </a:cxn>
              </a:cxnLst>
              <a:rect l="0" t="0" r="r" b="b"/>
              <a:pathLst>
                <a:path w="214" h="198">
                  <a:moveTo>
                    <a:pt x="19" y="0"/>
                  </a:moveTo>
                  <a:lnTo>
                    <a:pt x="214" y="0"/>
                  </a:lnTo>
                  <a:lnTo>
                    <a:pt x="214" y="41"/>
                  </a:lnTo>
                  <a:lnTo>
                    <a:pt x="176" y="41"/>
                  </a:lnTo>
                  <a:lnTo>
                    <a:pt x="175" y="48"/>
                  </a:lnTo>
                  <a:lnTo>
                    <a:pt x="169" y="65"/>
                  </a:lnTo>
                  <a:lnTo>
                    <a:pt x="158" y="91"/>
                  </a:lnTo>
                  <a:lnTo>
                    <a:pt x="142" y="120"/>
                  </a:lnTo>
                  <a:lnTo>
                    <a:pt x="119" y="149"/>
                  </a:lnTo>
                  <a:lnTo>
                    <a:pt x="87" y="175"/>
                  </a:lnTo>
                  <a:lnTo>
                    <a:pt x="48" y="192"/>
                  </a:lnTo>
                  <a:lnTo>
                    <a:pt x="0" y="198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31"/>
            <p:cNvSpPr>
              <a:spLocks/>
            </p:cNvSpPr>
            <p:nvPr/>
          </p:nvSpPr>
          <p:spPr bwMode="auto">
            <a:xfrm>
              <a:off x="2697" y="9112"/>
              <a:ext cx="214" cy="198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4" y="0"/>
                </a:cxn>
                <a:cxn ang="0">
                  <a:pos x="214" y="41"/>
                </a:cxn>
                <a:cxn ang="0">
                  <a:pos x="176" y="41"/>
                </a:cxn>
                <a:cxn ang="0">
                  <a:pos x="175" y="48"/>
                </a:cxn>
                <a:cxn ang="0">
                  <a:pos x="169" y="65"/>
                </a:cxn>
                <a:cxn ang="0">
                  <a:pos x="158" y="91"/>
                </a:cxn>
                <a:cxn ang="0">
                  <a:pos x="142" y="120"/>
                </a:cxn>
                <a:cxn ang="0">
                  <a:pos x="119" y="149"/>
                </a:cxn>
                <a:cxn ang="0">
                  <a:pos x="87" y="175"/>
                </a:cxn>
                <a:cxn ang="0">
                  <a:pos x="48" y="192"/>
                </a:cxn>
                <a:cxn ang="0">
                  <a:pos x="0" y="198"/>
                </a:cxn>
                <a:cxn ang="0">
                  <a:pos x="19" y="0"/>
                </a:cxn>
              </a:cxnLst>
              <a:rect l="0" t="0" r="r" b="b"/>
              <a:pathLst>
                <a:path w="214" h="198">
                  <a:moveTo>
                    <a:pt x="19" y="0"/>
                  </a:moveTo>
                  <a:lnTo>
                    <a:pt x="214" y="0"/>
                  </a:lnTo>
                  <a:lnTo>
                    <a:pt x="214" y="41"/>
                  </a:lnTo>
                  <a:lnTo>
                    <a:pt x="176" y="41"/>
                  </a:lnTo>
                  <a:lnTo>
                    <a:pt x="175" y="48"/>
                  </a:lnTo>
                  <a:lnTo>
                    <a:pt x="169" y="65"/>
                  </a:lnTo>
                  <a:lnTo>
                    <a:pt x="158" y="91"/>
                  </a:lnTo>
                  <a:lnTo>
                    <a:pt x="142" y="120"/>
                  </a:lnTo>
                  <a:lnTo>
                    <a:pt x="119" y="149"/>
                  </a:lnTo>
                  <a:lnTo>
                    <a:pt x="87" y="175"/>
                  </a:lnTo>
                  <a:lnTo>
                    <a:pt x="48" y="192"/>
                  </a:lnTo>
                  <a:lnTo>
                    <a:pt x="0" y="198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32"/>
            <p:cNvSpPr>
              <a:spLocks/>
            </p:cNvSpPr>
            <p:nvPr/>
          </p:nvSpPr>
          <p:spPr bwMode="auto">
            <a:xfrm>
              <a:off x="2697" y="9395"/>
              <a:ext cx="214" cy="19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4" y="0"/>
                </a:cxn>
                <a:cxn ang="0">
                  <a:pos x="214" y="40"/>
                </a:cxn>
                <a:cxn ang="0">
                  <a:pos x="176" y="40"/>
                </a:cxn>
                <a:cxn ang="0">
                  <a:pos x="175" y="47"/>
                </a:cxn>
                <a:cxn ang="0">
                  <a:pos x="169" y="65"/>
                </a:cxn>
                <a:cxn ang="0">
                  <a:pos x="158" y="91"/>
                </a:cxn>
                <a:cxn ang="0">
                  <a:pos x="142" y="119"/>
                </a:cxn>
                <a:cxn ang="0">
                  <a:pos x="119" y="148"/>
                </a:cxn>
                <a:cxn ang="0">
                  <a:pos x="87" y="174"/>
                </a:cxn>
                <a:cxn ang="0">
                  <a:pos x="48" y="192"/>
                </a:cxn>
                <a:cxn ang="0">
                  <a:pos x="0" y="197"/>
                </a:cxn>
                <a:cxn ang="0">
                  <a:pos x="19" y="0"/>
                </a:cxn>
              </a:cxnLst>
              <a:rect l="0" t="0" r="r" b="b"/>
              <a:pathLst>
                <a:path w="214" h="197">
                  <a:moveTo>
                    <a:pt x="19" y="0"/>
                  </a:moveTo>
                  <a:lnTo>
                    <a:pt x="214" y="0"/>
                  </a:lnTo>
                  <a:lnTo>
                    <a:pt x="214" y="40"/>
                  </a:lnTo>
                  <a:lnTo>
                    <a:pt x="176" y="40"/>
                  </a:lnTo>
                  <a:lnTo>
                    <a:pt x="175" y="47"/>
                  </a:lnTo>
                  <a:lnTo>
                    <a:pt x="169" y="65"/>
                  </a:lnTo>
                  <a:lnTo>
                    <a:pt x="158" y="91"/>
                  </a:lnTo>
                  <a:lnTo>
                    <a:pt x="142" y="119"/>
                  </a:lnTo>
                  <a:lnTo>
                    <a:pt x="119" y="148"/>
                  </a:lnTo>
                  <a:lnTo>
                    <a:pt x="87" y="174"/>
                  </a:lnTo>
                  <a:lnTo>
                    <a:pt x="48" y="192"/>
                  </a:lnTo>
                  <a:lnTo>
                    <a:pt x="0" y="197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33"/>
            <p:cNvSpPr>
              <a:spLocks noChangeArrowheads="1"/>
            </p:cNvSpPr>
            <p:nvPr/>
          </p:nvSpPr>
          <p:spPr bwMode="auto">
            <a:xfrm>
              <a:off x="2487" y="8540"/>
              <a:ext cx="59" cy="3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6324600"/>
            <a:ext cx="7696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See also: http://www.tik.ee.ethz.ch/tik/education/lectures/PPS/mindstorms/sa_nxt/index.php?page=tests_us</a:t>
            </a:r>
            <a:endParaRPr lang="en-US" sz="1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1447800"/>
            <a:ext cx="1629377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4495800"/>
            <a:ext cx="217506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5" name="Straight Connector 24"/>
          <p:cNvCxnSpPr/>
          <p:nvPr/>
        </p:nvCxnSpPr>
        <p:spPr>
          <a:xfrm rot="5400000">
            <a:off x="1257849" y="3314151"/>
            <a:ext cx="6172994" cy="18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Diagram 25"/>
          <p:cNvGraphicFramePr/>
          <p:nvPr/>
        </p:nvGraphicFramePr>
        <p:xfrm>
          <a:off x="1219200" y="152400"/>
          <a:ext cx="6096000" cy="609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28600" y="2971800"/>
            <a:ext cx="167640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0" y="1371600"/>
            <a:ext cx="2152650" cy="1347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/>
          <p:cNvGraphicFramePr/>
          <p:nvPr/>
        </p:nvGraphicFramePr>
        <p:xfrm>
          <a:off x="152400" y="1676400"/>
          <a:ext cx="86868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1470025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Environment: Parking Spot Characteristics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762000" y="4038600"/>
            <a:ext cx="838200" cy="1981200"/>
          </a:xfrm>
          <a:prstGeom prst="rect">
            <a:avLst/>
          </a:prstGeom>
          <a:gradFill flip="none" rotWithShape="1">
            <a:lin ang="108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3886200"/>
            <a:ext cx="850392" cy="304800"/>
          </a:xfrm>
          <a:prstGeom prst="rect">
            <a:avLst/>
          </a:prstGeom>
          <a:gradFill flip="none" rotWithShape="1">
            <a:gsLst>
              <a:gs pos="17000">
                <a:schemeClr val="bg1">
                  <a:alpha val="0"/>
                </a:schemeClr>
              </a:gs>
              <a:gs pos="46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10800000">
            <a:off x="762000" y="5943600"/>
            <a:ext cx="850392" cy="304800"/>
          </a:xfrm>
          <a:prstGeom prst="rect">
            <a:avLst/>
          </a:prstGeom>
          <a:gradFill flip="none" rotWithShape="1">
            <a:gsLst>
              <a:gs pos="17000">
                <a:schemeClr val="bg1">
                  <a:alpha val="0"/>
                </a:schemeClr>
              </a:gs>
              <a:gs pos="46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381000" y="2133600"/>
            <a:ext cx="1600200" cy="4038600"/>
            <a:chOff x="838200" y="2286000"/>
            <a:chExt cx="1600200" cy="4038600"/>
          </a:xfrm>
        </p:grpSpPr>
        <p:sp>
          <p:nvSpPr>
            <p:cNvPr id="4" name="Rectangle 3"/>
            <p:cNvSpPr/>
            <p:nvPr/>
          </p:nvSpPr>
          <p:spPr>
            <a:xfrm>
              <a:off x="838200" y="2286000"/>
              <a:ext cx="1600200" cy="762000"/>
            </a:xfrm>
            <a:prstGeom prst="rect">
              <a:avLst/>
            </a:prstGeom>
            <a:gradFill flip="none" rotWithShape="1">
              <a:lin ang="10800000" scaled="1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286000" y="2438400"/>
              <a:ext cx="152400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57400" y="4114800"/>
              <a:ext cx="163688" cy="22098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if there are no spots?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600198"/>
          <a:ext cx="5638800" cy="461367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127760"/>
                <a:gridCol w="1127760"/>
                <a:gridCol w="1127760"/>
                <a:gridCol w="1127760"/>
                <a:gridCol w="1127760"/>
              </a:tblGrid>
              <a:tr h="12192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Lane</a:t>
                      </a:r>
                      <a:endParaRPr lang="en-US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Lane</a:t>
                      </a:r>
                      <a:endParaRPr lang="en-US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Lane</a:t>
                      </a:r>
                      <a:endParaRPr lang="en-US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Lane</a:t>
                      </a:r>
                      <a:endParaRPr lang="en-US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Lane</a:t>
                      </a:r>
                      <a:endParaRPr lang="en-US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113149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Car</a:t>
                      </a:r>
                      <a:endParaRPr lang="en-US" dirty="0"/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Lane</a:t>
                      </a:r>
                      <a:endParaRPr lang="en-US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Car</a:t>
                      </a:r>
                    </a:p>
                    <a:p>
                      <a:pPr algn="ctr"/>
                      <a:r>
                        <a:rPr lang="en-US" sz="1400" dirty="0" smtClean="0"/>
                        <a:t>(both sides)</a:t>
                      </a:r>
                      <a:endParaRPr lang="en-US" sz="1400" dirty="0"/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Lane</a:t>
                      </a:r>
                      <a:endParaRPr lang="en-US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Car</a:t>
                      </a:r>
                      <a:endParaRPr lang="en-US" dirty="0"/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13149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Car</a:t>
                      </a:r>
                      <a:endParaRPr lang="en-US" dirty="0"/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Lane</a:t>
                      </a:r>
                      <a:endParaRPr lang="en-US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Car</a:t>
                      </a:r>
                    </a:p>
                    <a:p>
                      <a:pPr algn="ctr"/>
                      <a:r>
                        <a:rPr lang="en-US" sz="1400" dirty="0" smtClean="0"/>
                        <a:t>(both sides)</a:t>
                      </a:r>
                      <a:endParaRPr lang="en-US" sz="1400" dirty="0"/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Lane</a:t>
                      </a:r>
                      <a:endParaRPr lang="en-US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Car</a:t>
                      </a:r>
                      <a:endParaRPr lang="en-US" dirty="0"/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13149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Car</a:t>
                      </a:r>
                      <a:endParaRPr lang="en-US" dirty="0"/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You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Car</a:t>
                      </a:r>
                    </a:p>
                    <a:p>
                      <a:pPr algn="ctr"/>
                      <a:r>
                        <a:rPr lang="en-US" sz="1400" dirty="0" smtClean="0"/>
                        <a:t>(both sides)</a:t>
                      </a:r>
                      <a:endParaRPr lang="en-US" sz="1400" dirty="0"/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Lane</a:t>
                      </a:r>
                      <a:endParaRPr lang="en-US" b="1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Empty spot</a:t>
                      </a:r>
                      <a:endParaRPr 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48400" y="1752600"/>
            <a:ext cx="277306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Assume there is always</a:t>
            </a:r>
          </a:p>
          <a:p>
            <a:r>
              <a:rPr lang="en-US" dirty="0" smtClean="0"/>
              <a:t>a spot somewhere in </a:t>
            </a:r>
          </a:p>
          <a:p>
            <a:r>
              <a:rPr lang="en-US" dirty="0" smtClean="0"/>
              <a:t>the lot.</a:t>
            </a:r>
          </a:p>
          <a:p>
            <a:endParaRPr lang="en-US" dirty="0" smtClean="0"/>
          </a:p>
          <a:p>
            <a:r>
              <a:rPr lang="en-US" dirty="0" smtClean="0"/>
              <a:t>Once a curb or wall is </a:t>
            </a:r>
          </a:p>
          <a:p>
            <a:r>
              <a:rPr lang="en-US" dirty="0" smtClean="0"/>
              <a:t>seen straight ahead and</a:t>
            </a:r>
          </a:p>
          <a:p>
            <a:r>
              <a:rPr lang="en-US" dirty="0" smtClean="0"/>
              <a:t>no spot has been found,</a:t>
            </a:r>
          </a:p>
          <a:p>
            <a:r>
              <a:rPr lang="en-US" dirty="0" smtClean="0"/>
              <a:t> the next ‘spot’ is actually a</a:t>
            </a:r>
          </a:p>
          <a:p>
            <a:r>
              <a:rPr lang="en-US" dirty="0" smtClean="0"/>
              <a:t>lane to take the care to the </a:t>
            </a:r>
          </a:p>
          <a:p>
            <a:r>
              <a:rPr lang="en-US" dirty="0" smtClean="0"/>
              <a:t>next row/column of spots.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638"/>
            <a:ext cx="5638800" cy="1825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791200" y="1383268"/>
            <a:ext cx="3425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ym typeface="Wingdings"/>
              </a:rPr>
              <a:t>curb or wall of parking structure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2286000" y="3703638"/>
            <a:ext cx="6172200" cy="2590800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Rounded Rectangle 9"/>
          <p:cNvSpPr/>
          <p:nvPr/>
        </p:nvSpPr>
        <p:spPr>
          <a:xfrm>
            <a:off x="2286000" y="1036638"/>
            <a:ext cx="6172200" cy="2590800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04800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Why We Chose “Not </a:t>
            </a:r>
            <a:r>
              <a:rPr lang="en-US" sz="3200" dirty="0" err="1" smtClean="0"/>
              <a:t>eXactly</a:t>
            </a:r>
            <a:r>
              <a:rPr lang="en-US" sz="3200" dirty="0" smtClean="0"/>
              <a:t> C” (NXC)</a:t>
            </a:r>
            <a:endParaRPr lang="en-US" sz="32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447800" y="6487160"/>
          <a:ext cx="6781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1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See also: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http://www.teamhassenplug.org/NXT/NXTSoftware.html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Diagram 7"/>
          <p:cNvGraphicFramePr/>
          <p:nvPr/>
        </p:nvGraphicFramePr>
        <p:xfrm>
          <a:off x="381000" y="990600"/>
          <a:ext cx="7848600" cy="5227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132160" y="1905000"/>
            <a:ext cx="6402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tx2">
                      <a:lumMod val="75000"/>
                      <a:alpha val="40000"/>
                    </a:schemeClr>
                  </a:outerShdw>
                </a:effectLst>
              </a:rPr>
              <a:t>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438400"/>
            <a:ext cx="10005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tx2">
                      <a:lumMod val="75000"/>
                      <a:alpha val="40000"/>
                    </a:schemeClr>
                  </a:outerShdw>
                </a:effectLst>
              </a:rPr>
              <a:t>C &gt; Java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8400" y="5867400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Graphical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34200" y="4694238"/>
            <a:ext cx="1117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tx2">
                      <a:lumMod val="75000"/>
                      <a:alpha val="40000"/>
                    </a:schemeClr>
                  </a:outerShdw>
                </a:effectLst>
              </a:rPr>
              <a:t>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3552" y="5105400"/>
            <a:ext cx="1784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effectLst>
                  <a:outerShdw blurRad="63500" sx="102000" sy="102000" algn="ctr" rotWithShape="0">
                    <a:schemeClr val="tx2">
                      <a:lumMod val="75000"/>
                      <a:alpha val="40000"/>
                    </a:schemeClr>
                  </a:outerShdw>
                </a:effectLst>
              </a:rPr>
              <a:t>Cost + Features</a:t>
            </a:r>
            <a:endParaRPr lang="en-US" sz="2000" dirty="0">
              <a:solidFill>
                <a:schemeClr val="bg1"/>
              </a:solidFill>
              <a:effectLst>
                <a:outerShdw blurRad="63500" sx="102000" sy="102000" algn="ctr" rotWithShape="0">
                  <a:schemeClr val="tx2">
                    <a:lumMod val="75000"/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38400" y="1066800"/>
            <a:ext cx="1785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Language-Based 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533400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High Level Software Characteristics</a:t>
            </a:r>
            <a:endParaRPr lang="en-US" sz="28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43000" y="1447800"/>
          <a:ext cx="6934200" cy="451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550"/>
                <a:gridCol w="1733550"/>
                <a:gridCol w="1733550"/>
                <a:gridCol w="173355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Preset</a:t>
                      </a:r>
                      <a:r>
                        <a:rPr lang="en-US" baseline="0" dirty="0" smtClean="0"/>
                        <a:t> Actions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Functions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Actor Model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DRIVE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TURN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REVERSE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AVOID OBSTACLES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MAKE DECISIONS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BEHAVIOR BASED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SELF PARK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EXTRA CREDIT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533400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Software Architecture: Basic Components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7239000" cy="4495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447800" y="2362200"/>
            <a:ext cx="14478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Drive - </a:t>
            </a:r>
          </a:p>
          <a:p>
            <a:pPr algn="ctr"/>
            <a:r>
              <a:rPr lang="en-US" dirty="0" smtClean="0"/>
              <a:t>Velocity [wheel outputs]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447800" y="3962400"/>
            <a:ext cx="1447800" cy="16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Turn - </a:t>
            </a:r>
          </a:p>
          <a:p>
            <a:pPr algn="ctr"/>
            <a:r>
              <a:rPr lang="en-US" dirty="0" smtClean="0"/>
              <a:t>Angle [wheel outputs]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1066800" y="1828800"/>
            <a:ext cx="2209800" cy="4038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Drive Control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81400" y="2362200"/>
            <a:ext cx="1905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Ultrasonic sensors –  distance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581400" y="4876800"/>
            <a:ext cx="19050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Gyro – position / direction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2209800" cy="4038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Sensor Control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72200" y="23622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ALL STOP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6172200" y="3581400"/>
            <a:ext cx="1447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Waypoint navigation</a:t>
            </a:r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5791200" y="1828800"/>
            <a:ext cx="2209800" cy="4038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Algorithms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581400" y="4038600"/>
            <a:ext cx="1905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Wheel Feedback – angle / distance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172200" y="2819400"/>
            <a:ext cx="1447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Mapping / localization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172200" y="47244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Parallel Park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172200" y="51816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Head-in Park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172200" y="42672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S-TURNS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3581400" y="3200400"/>
            <a:ext cx="1905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Sensor motor – angle of sonar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545068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Implementation I : Goal Based Agent</a:t>
            </a:r>
            <a:endParaRPr lang="en-US" sz="2800" b="1" dirty="0"/>
          </a:p>
        </p:txBody>
      </p:sp>
      <p:sp>
        <p:nvSpPr>
          <p:cNvPr id="8194" name="AutoShape 2" descr="http://images.google.com/imgres?imgurl=http://upload.wikimedia.org/wikipedia/commons/thumb/6/6b/Car_Overhead.svg/100px-Car_Overhead.svg.png&amp;imgrefurl=http://commons.wikimedia.org/wiki/File:Car_Overhead.svg&amp;usg=__ZKWRQJ3IqS2oaQWluqudlNNk_mY=&amp;h=165&amp;w=100&amp;sz=4&amp;hl=en&amp;start=1&amp;um=1&amp;tbnid=MOodZCSaWLJQpM:&amp;tbnh=99&amp;tbnw=60&amp;prev=/images%3Fq%3Dcar%2Boverhead%26hl%3Den%26sa%3DG%26um%3D1"/>
          <p:cNvSpPr>
            <a:spLocks noChangeAspect="1" noChangeArrowheads="1"/>
          </p:cNvSpPr>
          <p:nvPr/>
        </p:nvSpPr>
        <p:spPr bwMode="auto">
          <a:xfrm>
            <a:off x="-73025" y="-132795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6" name="AutoShape 4" descr="http://images.google.com/imgres?imgurl=http://upload.wikimedia.org/wikipedia/commons/thumb/6/6b/Car_Overhead.svg/100px-Car_Overhead.svg.png&amp;imgrefurl=http://commons.wikimedia.org/wiki/File:Car_Overhead.svg&amp;usg=__ZKWRQJ3IqS2oaQWluqudlNNk_mY=&amp;h=165&amp;w=100&amp;sz=4&amp;hl=en&amp;start=1&amp;um=1&amp;tbnid=MOodZCSaWLJQpM:&amp;tbnh=99&amp;tbnw=60&amp;prev=/images%3Fq%3Dcar%2Boverhead%26hl%3Den%26sa%3DG%26um%3D1"/>
          <p:cNvSpPr>
            <a:spLocks noChangeAspect="1" noChangeArrowheads="1"/>
          </p:cNvSpPr>
          <p:nvPr/>
        </p:nvSpPr>
        <p:spPr bwMode="auto">
          <a:xfrm>
            <a:off x="-73025" y="-132795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14400" y="1459468"/>
            <a:ext cx="3962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Goal I: Characterize the parking spot</a:t>
            </a:r>
            <a:endParaRPr lang="en-US" sz="1600" b="1" dirty="0"/>
          </a:p>
        </p:txBody>
      </p:sp>
      <p:sp>
        <p:nvSpPr>
          <p:cNvPr id="7" name="Rectangle 6"/>
          <p:cNvSpPr/>
          <p:nvPr/>
        </p:nvSpPr>
        <p:spPr>
          <a:xfrm>
            <a:off x="1676400" y="1840468"/>
            <a:ext cx="2133600" cy="152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1677194" y="2601674"/>
            <a:ext cx="13716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2439194" y="2601674"/>
            <a:ext cx="13716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43000" y="3440668"/>
            <a:ext cx="3048000" cy="76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images.jp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1481138" y="3331130"/>
            <a:ext cx="571500" cy="942975"/>
          </a:xfrm>
          <a:prstGeom prst="rect">
            <a:avLst/>
          </a:prstGeom>
        </p:spPr>
      </p:pic>
      <p:pic>
        <p:nvPicPr>
          <p:cNvPr id="18" name="Picture 17" descr="images.jp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3309938" y="3331130"/>
            <a:ext cx="571500" cy="942975"/>
          </a:xfrm>
          <a:prstGeom prst="rect">
            <a:avLst/>
          </a:prstGeom>
        </p:spPr>
      </p:pic>
      <p:pic>
        <p:nvPicPr>
          <p:cNvPr id="5" name="Picture 4" descr="ima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015" y="2145268"/>
            <a:ext cx="571500" cy="942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53000" y="1459468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Goal III: Determine best approach (based on current position)</a:t>
            </a:r>
            <a:endParaRPr lang="en-US" sz="1600" b="1" dirty="0"/>
          </a:p>
        </p:txBody>
      </p:sp>
      <p:pic>
        <p:nvPicPr>
          <p:cNvPr id="20" name="Picture 19" descr="images.jp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0517515">
            <a:off x="6380372" y="2591585"/>
            <a:ext cx="571500" cy="9429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0" y="2145268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Wheel Angles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086600" y="2221468"/>
            <a:ext cx="160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Max, Min distance to obstacles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181600" y="3593068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Sequence of actions (turn, reverse, turn, drive, turn, reverse, etc.)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219200" y="4355068"/>
            <a:ext cx="3657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Goal II: Parking Space Feedback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4800600" y="4355068"/>
            <a:ext cx="3962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Goal IV: Optimal Parking Calibration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295400" y="4736068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Recursive checks to sensors, to match criteria of the parking space where the car is park 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5257800" y="4736068"/>
            <a:ext cx="312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Centering in the space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Turning the wheels straight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6-12 inches from curb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2057400" y="5650468"/>
            <a:ext cx="1219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images.jp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2319338" y="5617130"/>
            <a:ext cx="571500" cy="9429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00200" y="6336268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Is the car in the spot?</a:t>
            </a:r>
            <a:endParaRPr lang="en-US" dirty="0"/>
          </a:p>
        </p:txBody>
      </p:sp>
      <p:cxnSp>
        <p:nvCxnSpPr>
          <p:cNvPr id="32" name="Straight Connector 31"/>
          <p:cNvCxnSpPr>
            <a:stCxn id="21" idx="2"/>
            <a:endCxn id="20" idx="1"/>
          </p:cNvCxnSpPr>
          <p:nvPr/>
        </p:nvCxnSpPr>
        <p:spPr>
          <a:xfrm rot="16200000" flipH="1">
            <a:off x="5793376" y="2550524"/>
            <a:ext cx="636971" cy="565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2" idx="1"/>
            <a:endCxn id="20" idx="3"/>
          </p:cNvCxnSpPr>
          <p:nvPr/>
        </p:nvCxnSpPr>
        <p:spPr>
          <a:xfrm rot="10800000" flipV="1">
            <a:off x="6937824" y="2683133"/>
            <a:ext cx="148777" cy="2914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3" idx="0"/>
            <a:endCxn id="20" idx="2"/>
          </p:cNvCxnSpPr>
          <p:nvPr/>
        </p:nvCxnSpPr>
        <p:spPr>
          <a:xfrm rot="16200000" flipV="1">
            <a:off x="6813277" y="3510245"/>
            <a:ext cx="81690" cy="83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575846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Implementation I : Goal Based Design</a:t>
            </a:r>
            <a:endParaRPr lang="en-US" sz="28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1414046"/>
            <a:ext cx="1524000" cy="441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Environment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38200" y="1414046"/>
            <a:ext cx="4648200" cy="449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5943600" y="4919246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5791200" y="2631658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91200" y="2176046"/>
            <a:ext cx="1066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percepts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943600" y="4538246"/>
            <a:ext cx="99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actions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3352800" y="2023646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Goal II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1524000" y="2023646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Goal I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1524000" y="3852446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Goal IV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3352800" y="3852446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Goal III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5" idx="6"/>
            <a:endCxn id="14" idx="2"/>
          </p:cNvCxnSpPr>
          <p:nvPr/>
        </p:nvCxnSpPr>
        <p:spPr>
          <a:xfrm>
            <a:off x="2895600" y="2709446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4" idx="4"/>
            <a:endCxn id="17" idx="0"/>
          </p:cNvCxnSpPr>
          <p:nvPr/>
        </p:nvCxnSpPr>
        <p:spPr>
          <a:xfrm rot="5400000">
            <a:off x="3810000" y="3623846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7" idx="2"/>
            <a:endCxn id="16" idx="6"/>
          </p:cNvCxnSpPr>
          <p:nvPr/>
        </p:nvCxnSpPr>
        <p:spPr>
          <a:xfrm rot="10800000">
            <a:off x="2895600" y="4538246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0"/>
            <a:endCxn id="15" idx="4"/>
          </p:cNvCxnSpPr>
          <p:nvPr/>
        </p:nvCxnSpPr>
        <p:spPr>
          <a:xfrm rot="5400000" flipH="1" flipV="1">
            <a:off x="1981200" y="3623846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10000" y="6138446"/>
            <a:ext cx="190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Level I Design</a:t>
            </a:r>
            <a:endParaRPr lang="en-US" sz="1600" b="1" dirty="0"/>
          </a:p>
        </p:txBody>
      </p:sp>
      <p:cxnSp>
        <p:nvCxnSpPr>
          <p:cNvPr id="20" name="Elbow Connector 19"/>
          <p:cNvCxnSpPr>
            <a:stCxn id="17" idx="0"/>
            <a:endCxn id="17" idx="6"/>
          </p:cNvCxnSpPr>
          <p:nvPr/>
        </p:nvCxnSpPr>
        <p:spPr>
          <a:xfrm rot="16200000" flipH="1">
            <a:off x="4038600" y="3852446"/>
            <a:ext cx="685800" cy="685800"/>
          </a:xfrm>
          <a:prstGeom prst="bentConnector4">
            <a:avLst>
              <a:gd name="adj1" fmla="val -2732"/>
              <a:gd name="adj2" fmla="val 13333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524000" y="11092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State Machine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609600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Implementation I : Goal Based Design</a:t>
            </a:r>
            <a:endParaRPr lang="en-US" sz="28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6934200" y="1447800"/>
            <a:ext cx="1524000" cy="441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Environment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914400" y="1447800"/>
            <a:ext cx="4648200" cy="449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5943600" y="49530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5867400" y="25908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91200" y="2209800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percepts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867400" y="4572000"/>
            <a:ext cx="99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actions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886200" y="6172200"/>
            <a:ext cx="190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Level II Design</a:t>
            </a:r>
            <a:endParaRPr lang="en-US" sz="16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600200" y="1143000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Goal 1: Characterize Parking Spot</a:t>
            </a:r>
            <a:endParaRPr lang="en-US" sz="1600" b="1" dirty="0"/>
          </a:p>
        </p:txBody>
      </p:sp>
      <p:sp>
        <p:nvSpPr>
          <p:cNvPr id="27" name="Oval 26"/>
          <p:cNvSpPr/>
          <p:nvPr/>
        </p:nvSpPr>
        <p:spPr>
          <a:xfrm>
            <a:off x="3429000" y="2057400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check parameters</a:t>
            </a: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1600200" y="2057400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init</a:t>
            </a:r>
            <a:endParaRPr lang="en-US" dirty="0"/>
          </a:p>
        </p:txBody>
      </p:sp>
      <p:sp>
        <p:nvSpPr>
          <p:cNvPr id="30" name="Oval 29"/>
          <p:cNvSpPr/>
          <p:nvPr/>
        </p:nvSpPr>
        <p:spPr>
          <a:xfrm>
            <a:off x="1600200" y="3886200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found spot</a:t>
            </a:r>
            <a:endParaRPr lang="en-US" dirty="0"/>
          </a:p>
        </p:txBody>
      </p:sp>
      <p:sp>
        <p:nvSpPr>
          <p:cNvPr id="31" name="Oval 30"/>
          <p:cNvSpPr/>
          <p:nvPr/>
        </p:nvSpPr>
        <p:spPr>
          <a:xfrm>
            <a:off x="3429000" y="3886200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characterize</a:t>
            </a:r>
            <a:endParaRPr lang="en-US" dirty="0"/>
          </a:p>
        </p:txBody>
      </p:sp>
      <p:cxnSp>
        <p:nvCxnSpPr>
          <p:cNvPr id="33" name="Straight Arrow Connector 32"/>
          <p:cNvCxnSpPr>
            <a:stCxn id="29" idx="6"/>
            <a:endCxn id="27" idx="2"/>
          </p:cNvCxnSpPr>
          <p:nvPr/>
        </p:nvCxnSpPr>
        <p:spPr>
          <a:xfrm>
            <a:off x="2971800" y="27432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7" idx="3"/>
            <a:endCxn id="30" idx="7"/>
          </p:cNvCxnSpPr>
          <p:nvPr/>
        </p:nvCxnSpPr>
        <p:spPr>
          <a:xfrm rot="5400000">
            <a:off x="2770934" y="3228134"/>
            <a:ext cx="858932" cy="8589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7" idx="4"/>
            <a:endCxn id="31" idx="0"/>
          </p:cNvCxnSpPr>
          <p:nvPr/>
        </p:nvCxnSpPr>
        <p:spPr>
          <a:xfrm rot="5400000">
            <a:off x="3886200" y="36576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1" idx="7"/>
            <a:endCxn id="27" idx="5"/>
          </p:cNvCxnSpPr>
          <p:nvPr/>
        </p:nvCxnSpPr>
        <p:spPr>
          <a:xfrm rot="5400000" flipH="1" flipV="1">
            <a:off x="4170268" y="3657600"/>
            <a:ext cx="8589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533400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Implementation I : Goal Based Design</a:t>
            </a:r>
            <a:endParaRPr lang="en-US" sz="28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6934200" y="1371600"/>
            <a:ext cx="1524000" cy="441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Environment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4648200" cy="449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019800" y="4876800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 flipV="1">
            <a:off x="5943600" y="2514599"/>
            <a:ext cx="762000" cy="198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67400" y="2133600"/>
            <a:ext cx="1066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percepts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019800" y="4495800"/>
            <a:ext cx="99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actions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886200" y="6096000"/>
            <a:ext cx="190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Level III Design</a:t>
            </a:r>
            <a:endParaRPr lang="en-US" sz="16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2286000" y="1066800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Characterize State</a:t>
            </a:r>
            <a:endParaRPr lang="en-US" sz="1600" b="1" dirty="0"/>
          </a:p>
        </p:txBody>
      </p:sp>
      <p:sp>
        <p:nvSpPr>
          <p:cNvPr id="26" name="Oval 25"/>
          <p:cNvSpPr/>
          <p:nvPr/>
        </p:nvSpPr>
        <p:spPr>
          <a:xfrm>
            <a:off x="3429000" y="1981200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DRIVE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1600200" y="1981200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STOP</a:t>
            </a: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1600200" y="3810000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MAP /STORE INFO</a:t>
            </a:r>
            <a:endParaRPr lang="en-US" dirty="0"/>
          </a:p>
        </p:txBody>
      </p:sp>
      <p:sp>
        <p:nvSpPr>
          <p:cNvPr id="30" name="Oval 29"/>
          <p:cNvSpPr/>
          <p:nvPr/>
        </p:nvSpPr>
        <p:spPr>
          <a:xfrm>
            <a:off x="3429000" y="3810000"/>
            <a:ext cx="1371600" cy="1371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TURN</a:t>
            </a:r>
            <a:endParaRPr lang="en-US" dirty="0"/>
          </a:p>
        </p:txBody>
      </p:sp>
      <p:cxnSp>
        <p:nvCxnSpPr>
          <p:cNvPr id="34" name="Straight Arrow Connector 33"/>
          <p:cNvCxnSpPr>
            <a:stCxn id="26" idx="2"/>
            <a:endCxn id="27" idx="6"/>
          </p:cNvCxnSpPr>
          <p:nvPr/>
        </p:nvCxnSpPr>
        <p:spPr>
          <a:xfrm rot="10800000">
            <a:off x="2971800" y="26670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8" idx="0"/>
            <a:endCxn id="27" idx="4"/>
          </p:cNvCxnSpPr>
          <p:nvPr/>
        </p:nvCxnSpPr>
        <p:spPr>
          <a:xfrm rot="5400000" flipH="1" flipV="1">
            <a:off x="2057400" y="35814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0" idx="1"/>
            <a:endCxn id="27" idx="5"/>
          </p:cNvCxnSpPr>
          <p:nvPr/>
        </p:nvCxnSpPr>
        <p:spPr>
          <a:xfrm rot="16200000" flipV="1">
            <a:off x="2770934" y="3151934"/>
            <a:ext cx="858932" cy="8589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7"/>
            <a:endCxn id="26" idx="1"/>
          </p:cNvCxnSpPr>
          <p:nvPr/>
        </p:nvCxnSpPr>
        <p:spPr>
          <a:xfrm rot="5400000" flipH="1" flipV="1">
            <a:off x="3200400" y="1752600"/>
            <a:ext cx="1588" cy="8589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8" idx="7"/>
            <a:endCxn id="26" idx="3"/>
          </p:cNvCxnSpPr>
          <p:nvPr/>
        </p:nvCxnSpPr>
        <p:spPr>
          <a:xfrm rot="5400000" flipH="1" flipV="1">
            <a:off x="2770934" y="3151934"/>
            <a:ext cx="858932" cy="8589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6" idx="4"/>
            <a:endCxn id="28" idx="6"/>
          </p:cNvCxnSpPr>
          <p:nvPr/>
        </p:nvCxnSpPr>
        <p:spPr>
          <a:xfrm rot="5400000">
            <a:off x="2971800" y="3352800"/>
            <a:ext cx="11430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26" idx="5"/>
            <a:endCxn id="30" idx="7"/>
          </p:cNvCxnSpPr>
          <p:nvPr/>
        </p:nvCxnSpPr>
        <p:spPr>
          <a:xfrm rot="5400000">
            <a:off x="4170268" y="3581400"/>
            <a:ext cx="85893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30" idx="6"/>
            <a:endCxn id="26" idx="6"/>
          </p:cNvCxnSpPr>
          <p:nvPr/>
        </p:nvCxnSpPr>
        <p:spPr>
          <a:xfrm flipV="1">
            <a:off x="4800600" y="2667000"/>
            <a:ext cx="1588" cy="1828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30" idx="3"/>
            <a:endCxn id="28" idx="5"/>
          </p:cNvCxnSpPr>
          <p:nvPr/>
        </p:nvCxnSpPr>
        <p:spPr>
          <a:xfrm rot="5400000">
            <a:off x="3200400" y="4551268"/>
            <a:ext cx="1588" cy="8589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28" idx="4"/>
            <a:endCxn id="30" idx="4"/>
          </p:cNvCxnSpPr>
          <p:nvPr/>
        </p:nvCxnSpPr>
        <p:spPr>
          <a:xfrm rot="16200000" flipH="1">
            <a:off x="3200400" y="4267200"/>
            <a:ext cx="1588" cy="1828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535858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Implementation II : Learning Agent</a:t>
            </a:r>
            <a:endParaRPr lang="en-US" sz="2800" b="1" dirty="0"/>
          </a:p>
        </p:txBody>
      </p:sp>
      <p:pic>
        <p:nvPicPr>
          <p:cNvPr id="5" name="Picture 4" descr="IntelligentAgent-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21658"/>
            <a:ext cx="7704221" cy="47219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533400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Implementation II : Learning Agent Design</a:t>
            </a:r>
            <a:endParaRPr lang="en-US" sz="2800" b="1" dirty="0"/>
          </a:p>
        </p:txBody>
      </p:sp>
      <p:sp>
        <p:nvSpPr>
          <p:cNvPr id="5" name="Rectangle 4"/>
          <p:cNvSpPr/>
          <p:nvPr/>
        </p:nvSpPr>
        <p:spPr>
          <a:xfrm rot="5400000">
            <a:off x="533401" y="3810000"/>
            <a:ext cx="3048000" cy="76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images.jp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52601" y="4648200"/>
            <a:ext cx="571500" cy="942975"/>
          </a:xfrm>
          <a:prstGeom prst="rect">
            <a:avLst/>
          </a:prstGeom>
        </p:spPr>
      </p:pic>
      <p:pic>
        <p:nvPicPr>
          <p:cNvPr id="7" name="Picture 6" descr="images.jp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52601" y="2743200"/>
            <a:ext cx="571500" cy="942975"/>
          </a:xfrm>
          <a:prstGeom prst="rect">
            <a:avLst/>
          </a:prstGeom>
        </p:spPr>
      </p:pic>
      <p:pic>
        <p:nvPicPr>
          <p:cNvPr id="8" name="Picture 7" descr="ima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1066801" y="2333625"/>
            <a:ext cx="571500" cy="942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1490246"/>
            <a:ext cx="2514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Performance Standard:</a:t>
            </a:r>
            <a:endParaRPr lang="en-US" sz="1600" b="1" dirty="0"/>
          </a:p>
        </p:txBody>
      </p:sp>
      <p:cxnSp>
        <p:nvCxnSpPr>
          <p:cNvPr id="11" name="Shape 10"/>
          <p:cNvCxnSpPr>
            <a:stCxn id="8" idx="2"/>
          </p:cNvCxnSpPr>
          <p:nvPr/>
        </p:nvCxnSpPr>
        <p:spPr>
          <a:xfrm rot="16200000" flipH="1">
            <a:off x="1133476" y="3495675"/>
            <a:ext cx="1143000" cy="70485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29000" y="1455003"/>
            <a:ext cx="228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Learning Element:</a:t>
            </a:r>
          </a:p>
          <a:p>
            <a:r>
              <a:rPr lang="en-US" sz="1600" b="1" dirty="0" smtClean="0"/>
              <a:t>Define ‘Turns’ and modify parameters</a:t>
            </a:r>
            <a:endParaRPr lang="en-US" sz="1600" b="1" dirty="0"/>
          </a:p>
        </p:txBody>
      </p:sp>
      <p:pic>
        <p:nvPicPr>
          <p:cNvPr id="20" name="Picture 19" descr="images.jp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 flipV="1">
            <a:off x="4114800" y="2486025"/>
            <a:ext cx="571500" cy="942975"/>
          </a:xfrm>
          <a:prstGeom prst="rect">
            <a:avLst/>
          </a:prstGeom>
        </p:spPr>
      </p:pic>
      <p:cxnSp>
        <p:nvCxnSpPr>
          <p:cNvPr id="21" name="Shape 10"/>
          <p:cNvCxnSpPr>
            <a:stCxn id="20" idx="2"/>
          </p:cNvCxnSpPr>
          <p:nvPr/>
        </p:nvCxnSpPr>
        <p:spPr>
          <a:xfrm rot="16200000" flipH="1">
            <a:off x="4181475" y="3648075"/>
            <a:ext cx="1143000" cy="70485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images.jp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 flipV="1">
            <a:off x="4114800" y="5381624"/>
            <a:ext cx="571500" cy="942975"/>
          </a:xfrm>
          <a:prstGeom prst="rect">
            <a:avLst/>
          </a:prstGeom>
        </p:spPr>
      </p:pic>
      <p:cxnSp>
        <p:nvCxnSpPr>
          <p:cNvPr id="24" name="Shape 23"/>
          <p:cNvCxnSpPr>
            <a:stCxn id="22" idx="0"/>
          </p:cNvCxnSpPr>
          <p:nvPr/>
        </p:nvCxnSpPr>
        <p:spPr>
          <a:xfrm rot="5400000" flipH="1" flipV="1">
            <a:off x="4486275" y="4686299"/>
            <a:ext cx="609600" cy="781050"/>
          </a:xfrm>
          <a:prstGeom prst="curvedConnector2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38800" y="1472625"/>
            <a:ext cx="2971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Performance Element:</a:t>
            </a:r>
          </a:p>
          <a:p>
            <a:r>
              <a:rPr lang="en-US" sz="1600" b="1" dirty="0" smtClean="0"/>
              <a:t>Perform action and evaluate</a:t>
            </a:r>
            <a:endParaRPr lang="en-US" sz="1600" b="1" dirty="0"/>
          </a:p>
        </p:txBody>
      </p:sp>
      <p:sp>
        <p:nvSpPr>
          <p:cNvPr id="27" name="Rectangle 26"/>
          <p:cNvSpPr/>
          <p:nvPr/>
        </p:nvSpPr>
        <p:spPr>
          <a:xfrm rot="5400000">
            <a:off x="6248400" y="3429000"/>
            <a:ext cx="2438400" cy="1219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 rot="10800000">
            <a:off x="6934200" y="3656012"/>
            <a:ext cx="10668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0" name="Picture 29" descr="images.jp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5400000">
            <a:off x="7167562" y="2786063"/>
            <a:ext cx="571500" cy="942975"/>
          </a:xfrm>
          <a:prstGeom prst="rect">
            <a:avLst/>
          </a:prstGeom>
        </p:spPr>
      </p:pic>
      <p:cxnSp>
        <p:nvCxnSpPr>
          <p:cNvPr id="35" name="Straight Connector 34"/>
          <p:cNvCxnSpPr/>
          <p:nvPr/>
        </p:nvCxnSpPr>
        <p:spPr>
          <a:xfrm rot="10800000">
            <a:off x="6934201" y="4494212"/>
            <a:ext cx="10668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6" name="Picture 35" descr="ima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16001">
            <a:off x="6279293" y="3250045"/>
            <a:ext cx="571500" cy="942975"/>
          </a:xfrm>
          <a:prstGeom prst="rect">
            <a:avLst/>
          </a:prstGeom>
        </p:spPr>
      </p:pic>
      <p:pic>
        <p:nvPicPr>
          <p:cNvPr id="37" name="Picture 36" descr="images.jpg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5400000">
            <a:off x="7196137" y="4386263"/>
            <a:ext cx="571500" cy="942975"/>
          </a:xfrm>
          <a:prstGeom prst="rect">
            <a:avLst/>
          </a:prstGeom>
        </p:spPr>
      </p:pic>
      <p:pic>
        <p:nvPicPr>
          <p:cNvPr id="38" name="Picture 37" descr="ima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385694">
            <a:off x="6877856" y="3825217"/>
            <a:ext cx="571500" cy="942975"/>
          </a:xfrm>
          <a:prstGeom prst="rect">
            <a:avLst/>
          </a:prstGeom>
        </p:spPr>
      </p:pic>
      <p:pic>
        <p:nvPicPr>
          <p:cNvPr id="39" name="Picture 38" descr="ima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77478">
            <a:off x="5988188" y="4176028"/>
            <a:ext cx="571500" cy="942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3400" y="533400"/>
            <a:ext cx="8077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Implementation III : Behavior Based Agent</a:t>
            </a:r>
          </a:p>
          <a:p>
            <a:pPr algn="ctr"/>
            <a:r>
              <a:rPr lang="en-US" sz="2800" b="1" dirty="0" err="1" smtClean="0"/>
              <a:t>Subsumption</a:t>
            </a:r>
            <a:r>
              <a:rPr lang="en-US" sz="2800" b="1" dirty="0" smtClean="0"/>
              <a:t> Architecture </a:t>
            </a:r>
          </a:p>
          <a:p>
            <a:pPr algn="ctr"/>
            <a:r>
              <a:rPr lang="en-US" sz="2800" b="1" dirty="0" smtClean="0"/>
              <a:t>(Rodney Brooks – MIT,</a:t>
            </a:r>
          </a:p>
          <a:p>
            <a:pPr algn="ctr"/>
            <a:r>
              <a:rPr lang="en-US" sz="2800" b="1" dirty="0" smtClean="0"/>
              <a:t>Cofounder of </a:t>
            </a:r>
            <a:r>
              <a:rPr lang="en-US" sz="2800" b="1" dirty="0" err="1" smtClean="0"/>
              <a:t>iRobot</a:t>
            </a:r>
            <a:r>
              <a:rPr lang="en-US" sz="2800" b="1" dirty="0" smtClean="0"/>
              <a:t>)</a:t>
            </a:r>
            <a:endParaRPr lang="en-US" sz="2800" b="1" dirty="0"/>
          </a:p>
        </p:txBody>
      </p:sp>
      <p:sp>
        <p:nvSpPr>
          <p:cNvPr id="7" name="Rectangle 6"/>
          <p:cNvSpPr/>
          <p:nvPr/>
        </p:nvSpPr>
        <p:spPr>
          <a:xfrm>
            <a:off x="3733800" y="5410200"/>
            <a:ext cx="2286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Avoid Obstacles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505200" y="4724400"/>
            <a:ext cx="2743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Wander Around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276600" y="4038600"/>
            <a:ext cx="3200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Map open spaces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048000" y="3352800"/>
            <a:ext cx="3657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Find/Go To the best parking spot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819400" y="2667000"/>
            <a:ext cx="4114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Park the car</a:t>
            </a:r>
            <a:endParaRPr lang="en-US" dirty="0"/>
          </a:p>
        </p:txBody>
      </p:sp>
      <p:sp>
        <p:nvSpPr>
          <p:cNvPr id="51" name="Rounded Rectangle 50"/>
          <p:cNvSpPr/>
          <p:nvPr/>
        </p:nvSpPr>
        <p:spPr>
          <a:xfrm>
            <a:off x="762000" y="2057400"/>
            <a:ext cx="1524000" cy="441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Environment</a:t>
            </a:r>
            <a:endParaRPr lang="en-US" dirty="0"/>
          </a:p>
        </p:txBody>
      </p:sp>
      <p:cxnSp>
        <p:nvCxnSpPr>
          <p:cNvPr id="53" name="Straight Arrow Connector 52"/>
          <p:cNvCxnSpPr>
            <a:endCxn id="12" idx="1"/>
          </p:cNvCxnSpPr>
          <p:nvPr/>
        </p:nvCxnSpPr>
        <p:spPr>
          <a:xfrm>
            <a:off x="2286000" y="28956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endCxn id="11" idx="1"/>
          </p:cNvCxnSpPr>
          <p:nvPr/>
        </p:nvCxnSpPr>
        <p:spPr>
          <a:xfrm>
            <a:off x="2286000" y="3581400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1" idx="3"/>
            <a:endCxn id="10" idx="1"/>
          </p:cNvCxnSpPr>
          <p:nvPr/>
        </p:nvCxnSpPr>
        <p:spPr>
          <a:xfrm>
            <a:off x="2286000" y="42672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endCxn id="8" idx="1"/>
          </p:cNvCxnSpPr>
          <p:nvPr/>
        </p:nvCxnSpPr>
        <p:spPr>
          <a:xfrm>
            <a:off x="2120900" y="4953000"/>
            <a:ext cx="13843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endCxn id="7" idx="1"/>
          </p:cNvCxnSpPr>
          <p:nvPr/>
        </p:nvCxnSpPr>
        <p:spPr>
          <a:xfrm>
            <a:off x="1981200" y="5638800"/>
            <a:ext cx="1752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43200" y="6019800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*Note:  All behaviors run in parallel and in a separate process</a:t>
            </a:r>
            <a:endParaRPr lang="en-US" dirty="0"/>
          </a:p>
        </p:txBody>
      </p:sp>
      <p:sp>
        <p:nvSpPr>
          <p:cNvPr id="77" name="Rounded Rectangle 76"/>
          <p:cNvSpPr/>
          <p:nvPr/>
        </p:nvSpPr>
        <p:spPr>
          <a:xfrm>
            <a:off x="7162800" y="2438400"/>
            <a:ext cx="1295400" cy="3733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Decision</a:t>
            </a:r>
          </a:p>
          <a:p>
            <a:pPr algn="ctr"/>
            <a:r>
              <a:rPr lang="en-US" dirty="0" smtClean="0"/>
              <a:t>Algorithm</a:t>
            </a:r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Each layer’s goals subsumes that of the underlying layers</a:t>
            </a:r>
          </a:p>
        </p:txBody>
      </p:sp>
      <p:cxnSp>
        <p:nvCxnSpPr>
          <p:cNvPr id="79" name="Straight Arrow Connector 78"/>
          <p:cNvCxnSpPr>
            <a:stCxn id="12" idx="3"/>
          </p:cNvCxnSpPr>
          <p:nvPr/>
        </p:nvCxnSpPr>
        <p:spPr>
          <a:xfrm>
            <a:off x="6934200" y="2895600"/>
            <a:ext cx="2286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11" idx="3"/>
          </p:cNvCxnSpPr>
          <p:nvPr/>
        </p:nvCxnSpPr>
        <p:spPr>
          <a:xfrm>
            <a:off x="6705600" y="3581400"/>
            <a:ext cx="4572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10" idx="3"/>
          </p:cNvCxnSpPr>
          <p:nvPr/>
        </p:nvCxnSpPr>
        <p:spPr>
          <a:xfrm>
            <a:off x="6477000" y="4267200"/>
            <a:ext cx="6858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8" idx="3"/>
          </p:cNvCxnSpPr>
          <p:nvPr/>
        </p:nvCxnSpPr>
        <p:spPr>
          <a:xfrm>
            <a:off x="6248400" y="4953000"/>
            <a:ext cx="9144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7" idx="3"/>
          </p:cNvCxnSpPr>
          <p:nvPr/>
        </p:nvCxnSpPr>
        <p:spPr>
          <a:xfrm>
            <a:off x="6019800" y="5638800"/>
            <a:ext cx="11430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716</Words>
  <Application>Microsoft Office PowerPoint</Application>
  <PresentationFormat>On-screen Show (4:3)</PresentationFormat>
  <Paragraphs>267</Paragraphs>
  <Slides>15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Self-Parking Autonomous Vehicles (S-PAVe)</vt:lpstr>
      <vt:lpstr>Summary      .    </vt:lpstr>
      <vt:lpstr>Slide 3</vt:lpstr>
      <vt:lpstr>Environment: Parking Spot Characteristics</vt:lpstr>
      <vt:lpstr>What if there are no spots?</vt:lpstr>
      <vt:lpstr>Why We Chose “Not eXactly C” (NXC)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LENOVO CUSTOMER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Self-Parking Autonomous Vehicles (S-PAVe)</dc:title>
  <dc:creator>Jonathan Fong</dc:creator>
  <cp:lastModifiedBy>Jonathan Fong</cp:lastModifiedBy>
  <cp:revision>8</cp:revision>
  <dcterms:created xsi:type="dcterms:W3CDTF">2009-04-08T06:40:26Z</dcterms:created>
  <dcterms:modified xsi:type="dcterms:W3CDTF">2009-04-08T16:57:27Z</dcterms:modified>
</cp:coreProperties>
</file>